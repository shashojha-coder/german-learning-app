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word/document.xml><?xml version="1.0" encoding="utf-8"?>
<w:document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mc="http://schemas.openxmlformats.org/markup-compatibility/2006" xmlns:aink="http://schemas.microsoft.com/office/drawing/2016/ink" xmlns:am3d="http://schemas.microsoft.com/office/drawing/2017/model3d" xmlns:o="urn:schemas-microsoft-com:office:office" xmlns:oel="http://schemas.microsoft.com/office/2019/extlst" xmlns:r="http://schemas.openxmlformats.org/officeDocument/2006/relationships" xmlns:m="http://schemas.openxmlformats.org/officeDocument/2006/math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mc:Ignorable="w14 w15 w16se w16cid w16 w16cex w16sdtdh wp14">
  <w:body>
    <w:tbl>
      <w:tblPr>
        <w:tblStyle w:val="TableGrid"/>
        <w:tblpPr w:leftFromText="180" w:rightFromText="180" w:horzAnchor="page" w:tblpX="7171" w:tblpY="-840"/>
        <w:tblW w:w="4535" w:type="dxa"/>
        <w:tblLook w:val="04A0" w:firstRow="1" w:lastRow="0" w:firstColumn="1" w:lastColumn="0" w:noHBand="0" w:noVBand="1"/>
      </w:tblPr>
      <w:tblGrid>
        <w:gridCol w:w="4535"/>
      </w:tblGrid>
      <w:tr w:rsidR="0054269A" w:rsidRPr="00C2292D" w14:paraId="1DB435A0" w14:textId="77777777" w:rsidTr="000F59CD">
        <w:trPr>
          <w:trHeight w:val="1209"/>
        </w:trPr>
        <w:tc>
          <w:tcPr>
            <w:tcW w:w="4535" w:type="dxa"/>
            <w:tcBorders>
              <w:top w:val="nil"/>
              <w:left w:val="nil"/>
              <w:bottom w:val="nil"/>
              <w:right w:val="nil"/>
            </w:tcBorders>
            <w:shd w:val="clear" w:color="auto" w:fill="FFFFFF" w:themeFill="background1"/>
          </w:tcPr>
          <w:p w14:paraId="33ECC7A8" w14:textId="30E625E6" w:rsidR="0054269A" w:rsidRPr="00C2292D" w:rsidRDefault="0054269A" w:rsidP="000F59CD">
            <w:pPr>
              <w:rPr>
                <w:rFonts w:ascii="Times New Roman" w:hAnsi="Times New Roman" w:cs="Times New Roman"/>
              </w:rPr>
            </w:pPr>
            <w:r>
              <w:rPr>
                <w:rFonts w:ascii="Times New Roman" w:hAnsi="Times New Roman" w:cs="Times New Roman"/>
                <w:noProof/>
              </w:rPr>
              <w:t xml:space="preserve">                                     </w:t>
            </w:r>
          </w:p>
        </w:tc>
      </w:tr>
    </w:tbl>
    <w:p w14:paraId="52E23A9D" w14:textId="77777777" w:rsidR="000D359D" w:rsidRPr="000B6FA1" w:rsidRDefault="000D359D" w:rsidP="00C01EE8">
      <w:pPr>
        <w:spacing w:after="60"/>
        <w:rPr>
          <w:rFonts w:ascii="Arial" w:eastAsia="Arial" w:hAnsi="Arial" w:cs="Arial"/>
          <w:b/>
          <w:bCs/>
          <w:sz w:val="36"/>
          <w:szCs w:val="36"/>
        </w:rPr>
      </w:pPr>
    </w:p>
    <w:p w14:paraId="0D76ACA5" w14:textId="0F588B3C" w:rsidR="00837214" w:rsidRPr="000B6FA1" w:rsidRDefault="00837214" w:rsidP="00C01EE8">
      <w:pPr>
        <w:spacing w:after="60"/>
        <w:rPr>
          <w:sz w:val="36"/>
          <w:szCs w:val="36"/>
        </w:rPr>
      </w:pPr>
      <w:r>
        <w:rPr>
          <w:rFonts w:ascii="Arial" w:eastAsia="Arial" w:hAnsi="Arial" w:cs="Arial"/>
          <w:b/>
          <w:bCs/>
          <w:sz w:val="36"/>
          <w:szCs w:val="36"/>
        </w:rPr>
        <w:t>Strategic Timeline &amp; Rollout Plan</w:t>
      </w:r>
    </w:p>
    <w:p w14:paraId="64F97FCE" w14:textId="77777777" w:rsidR="00837214" w:rsidRDefault="00837214" w:rsidP="00EC3283">
      <w:pPr>
        <w:rPr>
          <w:rFonts w:ascii="Arial" w:eastAsia="Arial" w:hAnsi="Arial" w:cs="Arial"/>
          <w:b/>
          <w:bCs/>
          <w:color w:val="1F4E79"/>
          <w:sz w:val="32"/>
          <w:szCs w:val="32"/>
        </w:rPr>
      </w:pPr>
    </w:p>
    <w:p w14:paraId="7B969391" w14:textId="2075DF05" w:rsidR="00463B12" w:rsidRDefault="003C1E0A" w:rsidP="00EC3283">
      <w:pPr>
        <w:rPr>
          <w:rFonts w:ascii="Arial" w:eastAsia="Arial" w:hAnsi="Arial" w:cs="Arial"/>
          <w:b/>
          <w:bCs/>
          <w:color w:val="1F4E79"/>
          <w:sz w:val="32"/>
          <w:szCs w:val="32"/>
        </w:rPr>
      </w:pPr>
      <w:r>
        <w:rPr>
          <w:rFonts w:ascii="Arial" w:eastAsia="Arial" w:hAnsi="Arial" w:cs="Arial"/>
          <w:b/>
          <w:bCs/>
          <w:color w:val="1F4E79"/>
          <w:sz w:val="32"/>
          <w:szCs w:val="32"/>
        </w:rPr>
        <w:t>Rollout Strategy: Hybrid Sequencing Logic</w:t>
      </w:r>
    </w:p>
    <w:p w14:paraId="06543C66" w14:textId="77777777" w:rsidR="00285921" w:rsidRDefault="00285921" w:rsidP="00285921">
      <w:pPr>
        <w:pStyle w:val="Heading2"/>
        <w:spacing w:before="280" w:after="120"/>
      </w:pPr>
      <w:r>
        <w:rPr>
          <w:rFonts w:ascii="Arial" w:eastAsia="Arial" w:hAnsi="Arial" w:cs="Arial"/>
          <w:b/>
          <w:bCs/>
          <w:color w:val="2E75B6"/>
          <w:sz w:val="26"/>
          <w:szCs w:val="26"/>
        </w:rPr>
        <w:t>Rationale for a Hybrid Approach</w:t>
      </w:r>
    </w:p>
    <w:p w14:paraId="689DC814" w14:textId="77777777" w:rsidR="00285921" w:rsidRDefault="00285921" w:rsidP="00285921">
      <w:pPr>
        <w:spacing w:before="80" w:after="100"/>
        <w:rPr>
          <w:rFonts w:ascii="Arial" w:eastAsia="Arial" w:hAnsi="Arial" w:cs="Arial"/>
          <w:sz w:val="22"/>
          <w:szCs w:val="22"/>
        </w:rPr>
      </w:pPr>
      <w:r>
        <w:rPr>
          <w:rFonts w:ascii="Arial" w:eastAsia="Arial" w:hAnsi="Arial" w:cs="Arial"/>
          <w:sz w:val="22"/>
          <w:szCs w:val="22"/>
        </w:rPr>
        <w:t>A purely system-type-based rollout would optimise standardisation but ignore construction sequencing. A purely building-section-based rollout would respect physical access but miss opportunities to bundle technically similar systems and achieve economies of scale. Therefore, a hybrid approach is adopted, prioritising as follows:</w:t>
      </w:r>
    </w:p>
    <w:p w14:paraId="344354BB" w14:textId="77777777" w:rsidR="005E16F6" w:rsidRDefault="005E16F6" w:rsidP="00285921">
      <w:pPr>
        <w:spacing w:before="80" w:after="100"/>
        <w:rPr>
          <w:rFonts w:ascii="Arial" w:eastAsia="Arial" w:hAnsi="Arial" w:cs="Arial"/>
          <w:sz w:val="22"/>
          <w:szCs w:val="22"/>
        </w:rPr>
      </w:pPr>
    </w:p>
    <w:p w14:paraId="73F95F49" w14:textId="7CD638B8" w:rsidR="005E16F6" w:rsidRPr="00991791" w:rsidRDefault="00CD130C" w:rsidP="00CD130C">
      <w:pPr>
        <w:spacing w:before="60" w:after="60"/>
      </w:pPr>
      <w:r>
        <w:rPr>
          <w:rFonts w:ascii="Arial" w:eastAsia="Arial" w:hAnsi="Arial" w:cs="Arial"/>
          <w:b/>
          <w:bCs/>
          <w:sz w:val="22"/>
          <w:szCs w:val="22"/>
        </w:rPr>
        <w:t>Primary criterion:</w:t>
      </w:r>
      <w:r>
        <w:rPr>
          <w:rFonts w:ascii="Arial" w:eastAsia="Arial" w:hAnsi="Arial" w:cs="Arial"/>
          <w:sz w:val="22"/>
          <w:szCs w:val="22"/>
        </w:rPr>
        <w:t xml:space="preserve"> System criticality and MDA maturity (high-value, safety-critical, or audit-relevant systems first). </w:t>
      </w:r>
    </w:p>
    <w:p w14:paraId="0E5980C9" w14:textId="5C03CBAF" w:rsidR="00CD130C" w:rsidRPr="00991791" w:rsidRDefault="00CD130C" w:rsidP="00CD130C">
      <w:pPr>
        <w:spacing w:before="60" w:after="60"/>
      </w:pPr>
      <w:r>
        <w:rPr>
          <w:rFonts w:ascii="Arial" w:eastAsia="Arial" w:hAnsi="Arial" w:cs="Arial"/>
          <w:b/>
          <w:bCs/>
          <w:sz w:val="22"/>
          <w:szCs w:val="22"/>
        </w:rPr>
        <w:t>Secondary criterion:</w:t>
      </w:r>
      <w:r>
        <w:rPr>
          <w:rFonts w:ascii="Arial" w:eastAsia="Arial" w:hAnsi="Arial" w:cs="Arial"/>
          <w:sz w:val="22"/>
          <w:szCs w:val="22"/>
        </w:rPr>
        <w:t xml:space="preserve"> Building section readiness (systems in completed sections are connected first to avoid rework).</w:t>
      </w:r>
    </w:p>
    <w:p w14:paraId="0BC54DD2" w14:textId="60ED6571" w:rsidR="005E16F6" w:rsidRDefault="00287173" w:rsidP="00CD130C">
      <w:pPr>
        <w:spacing w:before="60" w:after="60"/>
        <w:rPr>
          <w:rFonts w:ascii="Arial" w:eastAsia="Arial" w:hAnsi="Arial" w:cs="Arial"/>
          <w:sz w:val="22"/>
          <w:szCs w:val="22"/>
        </w:rPr>
      </w:pPr>
      <w:r>
        <w:rPr>
          <w:rFonts w:ascii="Arial" w:eastAsia="Arial" w:hAnsi="Arial" w:cs="Arial"/>
          <w:b/>
          <w:bCs/>
          <w:sz w:val="22"/>
          <w:szCs w:val="22"/>
        </w:rPr>
        <w:t>Tertiary criterion:</w:t>
      </w:r>
      <w:r>
        <w:rPr>
          <w:rFonts w:ascii="Arial" w:eastAsia="Arial" w:hAnsi="Arial" w:cs="Arial"/>
          <w:sz w:val="22"/>
          <w:szCs w:val="22"/>
        </w:rPr>
        <w:t xml:space="preserve"> Interface type clustering (systems sharing the same protocol — e.g., OPC-UA — are bundled to maximise connector reuse). </w:t>
      </w:r>
    </w:p>
    <w:p w14:paraId="33F3723A" w14:textId="77777777" w:rsidR="008A2C68" w:rsidRDefault="008A2C68" w:rsidP="00CD130C">
      <w:pPr>
        <w:spacing w:before="60" w:after="60"/>
        <w:rPr>
          <w:rFonts w:ascii="Arial" w:eastAsia="Arial" w:hAnsi="Arial" w:cs="Arial"/>
          <w:b/>
          <w:bCs/>
          <w:color w:val="2E75B6"/>
          <w:sz w:val="26"/>
          <w:szCs w:val="26"/>
        </w:rPr>
      </w:pPr>
    </w:p>
    <w:p w14:paraId="5C40D4DE" w14:textId="5EF9E5D8" w:rsidR="002C0E87" w:rsidRDefault="008A2C68" w:rsidP="00CD130C">
      <w:pPr>
        <w:spacing w:before="60" w:after="60"/>
        <w:rPr>
          <w:rFonts w:ascii="Arial" w:eastAsia="Arial" w:hAnsi="Arial" w:cs="Arial"/>
          <w:sz w:val="22"/>
          <w:szCs w:val="22"/>
        </w:rPr>
      </w:pPr>
      <w:r>
        <w:rPr>
          <w:rFonts w:ascii="Arial" w:eastAsia="Arial" w:hAnsi="Arial" w:cs="Arial"/>
          <w:b/>
          <w:bCs/>
          <w:color w:val="2E75B6"/>
          <w:sz w:val="26"/>
          <w:szCs w:val="26"/>
        </w:rPr>
        <w:t>System Categorisation &amp; Prioritisation</w:t>
      </w:r>
    </w:p>
    <w:p w14:paraId="22D9A667" w14:textId="77777777" w:rsidR="009F08BC" w:rsidRDefault="009F08BC" w:rsidP="009F08BC">
      <w:pPr>
        <w:spacing w:before="80" w:after="100"/>
      </w:pPr>
      <w:r>
        <w:rPr>
          <w:rFonts w:ascii="Arial" w:eastAsia="Arial" w:hAnsi="Arial" w:cs="Arial"/>
          <w:sz w:val="22"/>
          <w:szCs w:val="22"/>
        </w:rPr>
        <w:t>The 100 systems are divided into three priority tiers based on their operational criticality and technical interface complexity:</w:t>
      </w:r>
    </w:p>
    <w:p w14:paraId="0B37FD4E" w14:textId="77777777" w:rsidR="009F08BC" w:rsidRDefault="009F08BC" w:rsidP="00CD130C">
      <w:pPr>
        <w:spacing w:before="60" w:after="60"/>
        <w:rPr>
          <w:rFonts w:ascii="Arial" w:eastAsia="Arial" w:hAnsi="Arial" w:cs="Arial"/>
          <w:sz w:val="22"/>
          <w:szCs w:val="22"/>
        </w:rPr>
      </w:pPr>
    </w:p>
    <w:tbl>
      <w:tblPr>
        <w:tblW w:w="9360" w:type="dxa"/>
        <w:tblBorders>
          <w:top w:val="single" w:sz="4" w:space="0" w:color="auto"/>
          <w:left w:val="single" w:sz="4" w:space="0" w:color="auto"/>
          <w:bottom w:val="single" w:sz="4" w:space="0" w:color="auto"/>
          <w:right w:val="single" w:sz="4" w:space="0" w:color="auto"/>
          <w:insideH w:val="single" w:sz="4" w:space="0" w:color="auto"/>
          <w:insideV w:val="single" w:sz="4" w:space="0" w:color="auto"/>
        </w:tblBorders>
        <w:tblCellMar>
          <w:left w:w="10" w:type="dxa"/>
          <w:right w:w="10" w:type="dxa"/>
        </w:tblCellMar>
        <w:tblLook w:val="04A0" w:firstRow="1" w:lastRow="0" w:firstColumn="1" w:lastColumn="0" w:noHBand="0" w:noVBand="1"/>
      </w:tblPr>
      <w:tblGrid>
        <w:gridCol w:w="1560"/>
        <w:gridCol w:w="2600"/>
        <w:gridCol w:w="2600"/>
        <w:gridCol w:w="2600"/>
      </w:tblGrid>
      <w:tr w:rsidR="00092F81" w14:paraId="665ED7F1" w14:textId="77777777" w:rsidTr="00F6738B">
        <w:tblPrEx>
          <w:tblCellMar>
            <w:top w:w="0" w:type="dxa"/>
            <w:bottom w:w="0" w:type="dxa"/>
          </w:tblCellMar>
        </w:tblPrEx>
        <w:trPr>
          <w:tblHeader/>
        </w:trPr>
        <w:tc>
          <w:tcPr>
            <w:tcW w:w="1560" w:type="dxa"/>
            <w:tcBorders>
              <w:top w:val="single" w:sz="1" w:space="0" w:color="1F4E79"/>
              <w:left w:val="single" w:sz="1" w:space="0" w:color="1F4E79"/>
              <w:bottom w:val="single" w:sz="1" w:space="0" w:color="1F4E79"/>
              <w:right w:val="single" w:sz="1" w:space="0" w:color="1F4E79"/>
            </w:tcBorders>
            <w:shd w:val="clear" w:color="auto" w:fill="1F4E79"/>
            <w:tcMar>
              <w:top w:w="80" w:type="dxa"/>
              <w:left w:w="120" w:type="dxa"/>
              <w:bottom w:w="80" w:type="dxa"/>
              <w:right w:w="120" w:type="dxa"/>
            </w:tcMar>
          </w:tcPr>
          <w:p w14:paraId="662C2D6C" w14:textId="77777777" w:rsidR="00092F81" w:rsidRPr="007F00C4" w:rsidRDefault="00092F81" w:rsidP="00F6738B">
            <w:pPr>
              <w:rPr>
                <w:sz w:val="22"/>
                <w:szCs w:val="22"/>
              </w:rPr>
            </w:pPr>
            <w:r>
              <w:rPr>
                <w:rFonts w:ascii="Arial" w:eastAsia="Arial" w:hAnsi="Arial" w:cs="Arial"/>
                <w:b/>
                <w:bCs/>
                <w:color w:val="FFFFFF"/>
                <w:sz w:val="22"/>
                <w:szCs w:val="22"/>
              </w:rPr>
              <w:t>Tier</w:t>
            </w:r>
          </w:p>
        </w:tc>
        <w:tc>
          <w:tcPr>
            <w:tcW w:w="2600" w:type="dxa"/>
            <w:tcBorders>
              <w:top w:val="single" w:sz="1" w:space="0" w:color="1F4E79"/>
              <w:left w:val="single" w:sz="1" w:space="0" w:color="1F4E79"/>
              <w:bottom w:val="single" w:sz="1" w:space="0" w:color="1F4E79"/>
              <w:right w:val="single" w:sz="1" w:space="0" w:color="1F4E79"/>
            </w:tcBorders>
            <w:shd w:val="clear" w:color="auto" w:fill="1F4E79"/>
            <w:tcMar>
              <w:top w:w="80" w:type="dxa"/>
              <w:left w:w="120" w:type="dxa"/>
              <w:bottom w:w="80" w:type="dxa"/>
              <w:right w:w="120" w:type="dxa"/>
            </w:tcMar>
          </w:tcPr>
          <w:p w14:paraId="47D77195" w14:textId="77777777" w:rsidR="00092F81" w:rsidRPr="007F00C4" w:rsidRDefault="00092F81" w:rsidP="00F6738B">
            <w:pPr>
              <w:rPr>
                <w:sz w:val="22"/>
                <w:szCs w:val="22"/>
              </w:rPr>
            </w:pPr>
            <w:r>
              <w:rPr>
                <w:rFonts w:ascii="Arial" w:eastAsia="Arial" w:hAnsi="Arial" w:cs="Arial"/>
                <w:b/>
                <w:bCs/>
                <w:color w:val="FFFFFF"/>
                <w:sz w:val="22"/>
                <w:szCs w:val="22"/>
              </w:rPr>
              <w:t>System Examples</w:t>
            </w:r>
          </w:p>
        </w:tc>
        <w:tc>
          <w:tcPr>
            <w:tcW w:w="2600" w:type="dxa"/>
            <w:tcBorders>
              <w:top w:val="single" w:sz="1" w:space="0" w:color="1F4E79"/>
              <w:left w:val="single" w:sz="1" w:space="0" w:color="1F4E79"/>
              <w:bottom w:val="single" w:sz="1" w:space="0" w:color="1F4E79"/>
              <w:right w:val="single" w:sz="1" w:space="0" w:color="1F4E79"/>
            </w:tcBorders>
            <w:shd w:val="clear" w:color="auto" w:fill="1F4E79"/>
            <w:tcMar>
              <w:top w:w="80" w:type="dxa"/>
              <w:left w:w="120" w:type="dxa"/>
              <w:bottom w:w="80" w:type="dxa"/>
              <w:right w:w="120" w:type="dxa"/>
            </w:tcMar>
          </w:tcPr>
          <w:p w14:paraId="2F2D49CE" w14:textId="77777777" w:rsidR="00092F81" w:rsidRPr="007F00C4" w:rsidRDefault="00092F81" w:rsidP="00F6738B">
            <w:pPr>
              <w:rPr>
                <w:sz w:val="22"/>
                <w:szCs w:val="22"/>
              </w:rPr>
            </w:pPr>
            <w:r>
              <w:rPr>
                <w:rFonts w:ascii="Arial" w:eastAsia="Arial" w:hAnsi="Arial" w:cs="Arial"/>
                <w:b/>
                <w:bCs/>
                <w:color w:val="FFFFFF"/>
                <w:sz w:val="22"/>
                <w:szCs w:val="22"/>
              </w:rPr>
              <w:t>Justification</w:t>
            </w:r>
          </w:p>
        </w:tc>
        <w:tc>
          <w:tcPr>
            <w:tcW w:w="2600" w:type="dxa"/>
            <w:tcBorders>
              <w:top w:val="single" w:sz="1" w:space="0" w:color="1F4E79"/>
              <w:left w:val="single" w:sz="1" w:space="0" w:color="1F4E79"/>
              <w:bottom w:val="single" w:sz="1" w:space="0" w:color="1F4E79"/>
              <w:right w:val="single" w:sz="1" w:space="0" w:color="1F4E79"/>
            </w:tcBorders>
            <w:shd w:val="clear" w:color="auto" w:fill="1F4E79"/>
            <w:tcMar>
              <w:top w:w="80" w:type="dxa"/>
              <w:left w:w="120" w:type="dxa"/>
              <w:bottom w:w="80" w:type="dxa"/>
              <w:right w:w="120" w:type="dxa"/>
            </w:tcMar>
          </w:tcPr>
          <w:p w14:paraId="77753428" w14:textId="77777777" w:rsidR="00092F81" w:rsidRPr="007F00C4" w:rsidRDefault="00092F81" w:rsidP="00F6738B">
            <w:pPr>
              <w:rPr>
                <w:sz w:val="22"/>
                <w:szCs w:val="22"/>
              </w:rPr>
            </w:pPr>
            <w:r>
              <w:rPr>
                <w:rFonts w:ascii="Arial" w:eastAsia="Arial" w:hAnsi="Arial" w:cs="Arial"/>
                <w:b/>
                <w:bCs/>
                <w:color w:val="FFFFFF"/>
                <w:sz w:val="22"/>
                <w:szCs w:val="22"/>
              </w:rPr>
              <w:t>Target Phase</w:t>
            </w:r>
          </w:p>
        </w:tc>
      </w:tr>
      <w:tr w:rsidR="00092F81" w14:paraId="769921E4" w14:textId="77777777" w:rsidTr="00F6738B">
        <w:tblPrEx>
          <w:tblCellMar>
            <w:top w:w="0" w:type="dxa"/>
            <w:bottom w:w="0" w:type="dxa"/>
          </w:tblCellMar>
        </w:tblPrEx>
        <w:tc>
          <w:tcPr>
            <w:tcW w:w="1560" w:type="dxa"/>
            <w:tcBorders>
              <w:top w:val="single" w:sz="1" w:space="0" w:color="CCCCCC"/>
              <w:left w:val="single" w:sz="1" w:space="0" w:color="CCCCCC"/>
              <w:bottom w:val="single" w:sz="1" w:space="0" w:color="CCCCCC"/>
              <w:right w:val="single" w:sz="1" w:space="0" w:color="CCCCCC"/>
            </w:tcBorders>
            <w:tcMar>
              <w:top w:w="70" w:type="dxa"/>
              <w:left w:w="120" w:type="dxa"/>
              <w:bottom w:w="70" w:type="dxa"/>
              <w:right w:w="120" w:type="dxa"/>
            </w:tcMar>
          </w:tcPr>
          <w:p w14:paraId="5F8F2AAA" w14:textId="77777777" w:rsidR="00092F81" w:rsidRPr="007F00C4" w:rsidRDefault="00092F81" w:rsidP="00F6738B">
            <w:pPr>
              <w:rPr>
                <w:sz w:val="22"/>
                <w:szCs w:val="22"/>
              </w:rPr>
            </w:pPr>
            <w:r>
              <w:rPr>
                <w:rFonts w:ascii="Arial" w:eastAsia="Arial" w:hAnsi="Arial" w:cs="Arial"/>
                <w:b/>
                <w:bCs/>
                <w:color w:val="C00000"/>
                <w:sz w:val="22"/>
                <w:szCs w:val="22"/>
              </w:rPr>
              <w:t>Tier 1 (High)</w:t>
            </w:r>
          </w:p>
        </w:tc>
        <w:tc>
          <w:tcPr>
            <w:tcW w:w="2600" w:type="dxa"/>
            <w:tcBorders>
              <w:top w:val="single" w:sz="1" w:space="0" w:color="CCCCCC"/>
              <w:left w:val="single" w:sz="1" w:space="0" w:color="CCCCCC"/>
              <w:bottom w:val="single" w:sz="1" w:space="0" w:color="CCCCCC"/>
              <w:right w:val="single" w:sz="1" w:space="0" w:color="CCCCCC"/>
            </w:tcBorders>
            <w:tcMar>
              <w:top w:w="70" w:type="dxa"/>
              <w:left w:w="120" w:type="dxa"/>
              <w:bottom w:w="70" w:type="dxa"/>
              <w:right w:w="120" w:type="dxa"/>
            </w:tcMar>
          </w:tcPr>
          <w:p w14:paraId="1264AE1A" w14:textId="77777777" w:rsidR="00092F81" w:rsidRPr="007F00C4" w:rsidRDefault="00092F81" w:rsidP="00F6738B">
            <w:pPr>
              <w:rPr>
                <w:sz w:val="22"/>
                <w:szCs w:val="22"/>
              </w:rPr>
            </w:pPr>
            <w:r>
              <w:rPr>
                <w:rFonts w:ascii="Arial" w:eastAsia="Arial" w:hAnsi="Arial" w:cs="Arial"/>
                <w:sz w:val="22"/>
                <w:szCs w:val="22"/>
              </w:rPr>
              <w:t>Wheel lathes, lifting systems, brake test rigs, washing plants</w:t>
            </w:r>
          </w:p>
        </w:tc>
        <w:tc>
          <w:tcPr>
            <w:tcW w:w="2600" w:type="dxa"/>
            <w:tcBorders>
              <w:top w:val="single" w:sz="1" w:space="0" w:color="CCCCCC"/>
              <w:left w:val="single" w:sz="1" w:space="0" w:color="CCCCCC"/>
              <w:bottom w:val="single" w:sz="1" w:space="0" w:color="CCCCCC"/>
              <w:right w:val="single" w:sz="1" w:space="0" w:color="CCCCCC"/>
            </w:tcBorders>
            <w:tcMar>
              <w:top w:w="70" w:type="dxa"/>
              <w:left w:w="120" w:type="dxa"/>
              <w:bottom w:w="70" w:type="dxa"/>
              <w:right w:w="120" w:type="dxa"/>
            </w:tcMar>
          </w:tcPr>
          <w:p w14:paraId="3B77D5F7" w14:textId="77777777" w:rsidR="00092F81" w:rsidRPr="007F00C4" w:rsidRDefault="00092F81" w:rsidP="00F6738B">
            <w:pPr>
              <w:rPr>
                <w:sz w:val="22"/>
                <w:szCs w:val="22"/>
              </w:rPr>
            </w:pPr>
            <w:r>
              <w:rPr>
                <w:rFonts w:ascii="Arial" w:eastAsia="Arial" w:hAnsi="Arial" w:cs="Arial"/>
                <w:sz w:val="22"/>
                <w:szCs w:val="22"/>
              </w:rPr>
              <w:t>Safety-critical; generate audit-required data; high downtime cost</w:t>
            </w:r>
          </w:p>
        </w:tc>
        <w:tc>
          <w:tcPr>
            <w:tcW w:w="2600" w:type="dxa"/>
            <w:tcBorders>
              <w:top w:val="single" w:sz="1" w:space="0" w:color="CCCCCC"/>
              <w:left w:val="single" w:sz="1" w:space="0" w:color="CCCCCC"/>
              <w:bottom w:val="single" w:sz="1" w:space="0" w:color="CCCCCC"/>
              <w:right w:val="single" w:sz="1" w:space="0" w:color="CCCCCC"/>
            </w:tcBorders>
            <w:tcMar>
              <w:top w:w="70" w:type="dxa"/>
              <w:left w:w="120" w:type="dxa"/>
              <w:bottom w:w="70" w:type="dxa"/>
              <w:right w:w="120" w:type="dxa"/>
            </w:tcMar>
          </w:tcPr>
          <w:p w14:paraId="7F58393F" w14:textId="77777777" w:rsidR="00092F81" w:rsidRPr="007F00C4" w:rsidRDefault="00092F81" w:rsidP="00F6738B">
            <w:pPr>
              <w:rPr>
                <w:sz w:val="22"/>
                <w:szCs w:val="22"/>
              </w:rPr>
            </w:pPr>
            <w:r>
              <w:rPr>
                <w:rFonts w:ascii="Arial" w:eastAsia="Arial" w:hAnsi="Arial" w:cs="Arial"/>
                <w:sz w:val="22"/>
                <w:szCs w:val="22"/>
              </w:rPr>
              <w:t>Phase 1 (Pilot)</w:t>
            </w:r>
          </w:p>
        </w:tc>
      </w:tr>
      <w:tr w:rsidR="00092F81" w14:paraId="7D940B25" w14:textId="77777777" w:rsidTr="00F6738B">
        <w:tblPrEx>
          <w:tblCellMar>
            <w:top w:w="0" w:type="dxa"/>
            <w:bottom w:w="0" w:type="dxa"/>
          </w:tblCellMar>
        </w:tblPrEx>
        <w:tc>
          <w:tcPr>
            <w:tcW w:w="1560" w:type="dxa"/>
            <w:tcBorders>
              <w:top w:val="single" w:sz="1" w:space="0" w:color="CCCCCC"/>
              <w:left w:val="single" w:sz="1" w:space="0" w:color="CCCCCC"/>
              <w:bottom w:val="single" w:sz="1" w:space="0" w:color="CCCCCC"/>
              <w:right w:val="single" w:sz="1" w:space="0" w:color="CCCCCC"/>
            </w:tcBorders>
            <w:tcMar>
              <w:top w:w="70" w:type="dxa"/>
              <w:left w:w="120" w:type="dxa"/>
              <w:bottom w:w="70" w:type="dxa"/>
              <w:right w:w="120" w:type="dxa"/>
            </w:tcMar>
          </w:tcPr>
          <w:p w14:paraId="6BB61958" w14:textId="77777777" w:rsidR="00092F81" w:rsidRPr="007F00C4" w:rsidRDefault="00092F81" w:rsidP="00F6738B">
            <w:pPr>
              <w:rPr>
                <w:sz w:val="22"/>
                <w:szCs w:val="22"/>
              </w:rPr>
            </w:pPr>
            <w:r>
              <w:rPr>
                <w:rFonts w:ascii="Arial" w:eastAsia="Arial" w:hAnsi="Arial" w:cs="Arial"/>
                <w:b/>
                <w:bCs/>
                <w:color w:val="BF8F00"/>
                <w:sz w:val="22"/>
                <w:szCs w:val="22"/>
              </w:rPr>
              <w:t>Tier 2 (Medium)</w:t>
            </w:r>
          </w:p>
        </w:tc>
        <w:tc>
          <w:tcPr>
            <w:tcW w:w="2600" w:type="dxa"/>
            <w:tcBorders>
              <w:top w:val="single" w:sz="1" w:space="0" w:color="CCCCCC"/>
              <w:left w:val="single" w:sz="1" w:space="0" w:color="CCCCCC"/>
              <w:bottom w:val="single" w:sz="1" w:space="0" w:color="CCCCCC"/>
              <w:right w:val="single" w:sz="1" w:space="0" w:color="CCCCCC"/>
            </w:tcBorders>
            <w:tcMar>
              <w:top w:w="70" w:type="dxa"/>
              <w:left w:w="120" w:type="dxa"/>
              <w:bottom w:w="70" w:type="dxa"/>
              <w:right w:w="120" w:type="dxa"/>
            </w:tcMar>
          </w:tcPr>
          <w:p w14:paraId="43F72600" w14:textId="77777777" w:rsidR="00092F81" w:rsidRPr="007F00C4" w:rsidRDefault="00092F81" w:rsidP="00F6738B">
            <w:pPr>
              <w:rPr>
                <w:sz w:val="22"/>
                <w:szCs w:val="22"/>
              </w:rPr>
            </w:pPr>
            <w:r>
              <w:rPr>
                <w:rFonts w:ascii="Arial" w:eastAsia="Arial" w:hAnsi="Arial" w:cs="Arial"/>
                <w:sz w:val="22"/>
                <w:szCs w:val="22"/>
              </w:rPr>
              <w:t>CNC machines, welding stations, compressors, conveyor systems</w:t>
            </w:r>
          </w:p>
        </w:tc>
        <w:tc>
          <w:tcPr>
            <w:tcW w:w="2600" w:type="dxa"/>
            <w:tcBorders>
              <w:top w:val="single" w:sz="1" w:space="0" w:color="CCCCCC"/>
              <w:left w:val="single" w:sz="1" w:space="0" w:color="CCCCCC"/>
              <w:bottom w:val="single" w:sz="1" w:space="0" w:color="CCCCCC"/>
              <w:right w:val="single" w:sz="1" w:space="0" w:color="CCCCCC"/>
            </w:tcBorders>
            <w:tcMar>
              <w:top w:w="70" w:type="dxa"/>
              <w:left w:w="120" w:type="dxa"/>
              <w:bottom w:w="70" w:type="dxa"/>
              <w:right w:w="120" w:type="dxa"/>
            </w:tcMar>
          </w:tcPr>
          <w:p w14:paraId="7B79B087" w14:textId="77777777" w:rsidR="00092F81" w:rsidRPr="007F00C4" w:rsidRDefault="00092F81" w:rsidP="00F6738B">
            <w:pPr>
              <w:rPr>
                <w:sz w:val="22"/>
                <w:szCs w:val="22"/>
              </w:rPr>
            </w:pPr>
            <w:r>
              <w:rPr>
                <w:rFonts w:ascii="Arial" w:eastAsia="Arial" w:hAnsi="Arial" w:cs="Arial"/>
                <w:sz w:val="22"/>
                <w:szCs w:val="22"/>
              </w:rPr>
              <w:t>High energy/material consumption; significant OEE impact</w:t>
            </w:r>
          </w:p>
        </w:tc>
        <w:tc>
          <w:tcPr>
            <w:tcW w:w="2600" w:type="dxa"/>
            <w:tcBorders>
              <w:top w:val="single" w:sz="1" w:space="0" w:color="CCCCCC"/>
              <w:left w:val="single" w:sz="1" w:space="0" w:color="CCCCCC"/>
              <w:bottom w:val="single" w:sz="1" w:space="0" w:color="CCCCCC"/>
              <w:right w:val="single" w:sz="1" w:space="0" w:color="CCCCCC"/>
            </w:tcBorders>
            <w:tcMar>
              <w:top w:w="70" w:type="dxa"/>
              <w:left w:w="120" w:type="dxa"/>
              <w:bottom w:w="70" w:type="dxa"/>
              <w:right w:w="120" w:type="dxa"/>
            </w:tcMar>
          </w:tcPr>
          <w:p w14:paraId="067625C8" w14:textId="77777777" w:rsidR="00092F81" w:rsidRPr="007F00C4" w:rsidRDefault="00092F81" w:rsidP="00F6738B">
            <w:pPr>
              <w:rPr>
                <w:sz w:val="22"/>
                <w:szCs w:val="22"/>
              </w:rPr>
            </w:pPr>
            <w:r>
              <w:rPr>
                <w:rFonts w:ascii="Arial" w:eastAsia="Arial" w:hAnsi="Arial" w:cs="Arial"/>
                <w:sz w:val="22"/>
                <w:szCs w:val="22"/>
              </w:rPr>
              <w:t>Phase 2 (Scale-Up)</w:t>
            </w:r>
          </w:p>
        </w:tc>
      </w:tr>
      <w:tr w:rsidR="00092F81" w14:paraId="7AB5CC56" w14:textId="77777777" w:rsidTr="00F6738B">
        <w:tblPrEx>
          <w:tblCellMar>
            <w:top w:w="0" w:type="dxa"/>
            <w:bottom w:w="0" w:type="dxa"/>
          </w:tblCellMar>
        </w:tblPrEx>
        <w:tc>
          <w:tcPr>
            <w:tcW w:w="1560" w:type="dxa"/>
            <w:tcBorders>
              <w:top w:val="single" w:sz="1" w:space="0" w:color="CCCCCC"/>
              <w:left w:val="single" w:sz="1" w:space="0" w:color="CCCCCC"/>
              <w:bottom w:val="single" w:sz="1" w:space="0" w:color="CCCCCC"/>
              <w:right w:val="single" w:sz="1" w:space="0" w:color="CCCCCC"/>
            </w:tcBorders>
            <w:tcMar>
              <w:top w:w="70" w:type="dxa"/>
              <w:left w:w="120" w:type="dxa"/>
              <w:bottom w:w="70" w:type="dxa"/>
              <w:right w:w="120" w:type="dxa"/>
            </w:tcMar>
          </w:tcPr>
          <w:p w14:paraId="337C9210" w14:textId="77777777" w:rsidR="00092F81" w:rsidRPr="007F00C4" w:rsidRDefault="00092F81" w:rsidP="00F6738B">
            <w:pPr>
              <w:rPr>
                <w:sz w:val="22"/>
                <w:szCs w:val="22"/>
              </w:rPr>
            </w:pPr>
            <w:r>
              <w:rPr>
                <w:rFonts w:ascii="Arial" w:eastAsia="Arial" w:hAnsi="Arial" w:cs="Arial"/>
                <w:b/>
                <w:bCs/>
                <w:color w:val="375623"/>
                <w:sz w:val="22"/>
                <w:szCs w:val="22"/>
              </w:rPr>
              <w:t>Tier 3 (Standard)</w:t>
            </w:r>
          </w:p>
        </w:tc>
        <w:tc>
          <w:tcPr>
            <w:tcW w:w="2600" w:type="dxa"/>
            <w:tcBorders>
              <w:top w:val="single" w:sz="1" w:space="0" w:color="CCCCCC"/>
              <w:left w:val="single" w:sz="1" w:space="0" w:color="CCCCCC"/>
              <w:bottom w:val="single" w:sz="1" w:space="0" w:color="CCCCCC"/>
              <w:right w:val="single" w:sz="1" w:space="0" w:color="CCCCCC"/>
            </w:tcBorders>
            <w:tcMar>
              <w:top w:w="70" w:type="dxa"/>
              <w:left w:w="120" w:type="dxa"/>
              <w:bottom w:w="70" w:type="dxa"/>
              <w:right w:w="120" w:type="dxa"/>
            </w:tcMar>
          </w:tcPr>
          <w:p w14:paraId="4CFC40F6" w14:textId="77777777" w:rsidR="00092F81" w:rsidRPr="007F00C4" w:rsidRDefault="00092F81" w:rsidP="00F6738B">
            <w:pPr>
              <w:rPr>
                <w:sz w:val="22"/>
                <w:szCs w:val="22"/>
              </w:rPr>
            </w:pPr>
            <w:r>
              <w:rPr>
                <w:rFonts w:ascii="Arial" w:eastAsia="Arial" w:hAnsi="Arial" w:cs="Arial"/>
                <w:sz w:val="22"/>
                <w:szCs w:val="22"/>
              </w:rPr>
              <w:t>General workshop equipment, measurement tools, auxiliary systems</w:t>
            </w:r>
          </w:p>
        </w:tc>
        <w:tc>
          <w:tcPr>
            <w:tcW w:w="2600" w:type="dxa"/>
            <w:tcBorders>
              <w:top w:val="single" w:sz="1" w:space="0" w:color="CCCCCC"/>
              <w:left w:val="single" w:sz="1" w:space="0" w:color="CCCCCC"/>
              <w:bottom w:val="single" w:sz="1" w:space="0" w:color="CCCCCC"/>
              <w:right w:val="single" w:sz="1" w:space="0" w:color="CCCCCC"/>
            </w:tcBorders>
            <w:tcMar>
              <w:top w:w="70" w:type="dxa"/>
              <w:left w:w="120" w:type="dxa"/>
              <w:bottom w:w="70" w:type="dxa"/>
              <w:right w:w="120" w:type="dxa"/>
            </w:tcMar>
          </w:tcPr>
          <w:p w14:paraId="0454EC58" w14:textId="77777777" w:rsidR="00092F81" w:rsidRPr="007F00C4" w:rsidRDefault="00092F81" w:rsidP="00F6738B">
            <w:pPr>
              <w:rPr>
                <w:sz w:val="22"/>
                <w:szCs w:val="22"/>
              </w:rPr>
            </w:pPr>
            <w:r>
              <w:rPr>
                <w:rFonts w:ascii="Arial" w:eastAsia="Arial" w:hAnsi="Arial" w:cs="Arial"/>
                <w:sz w:val="22"/>
                <w:szCs w:val="22"/>
              </w:rPr>
              <w:t>Relevant for completeness; lower operational criticality</w:t>
            </w:r>
          </w:p>
        </w:tc>
        <w:tc>
          <w:tcPr>
            <w:tcW w:w="2600" w:type="dxa"/>
            <w:tcBorders>
              <w:top w:val="single" w:sz="1" w:space="0" w:color="CCCCCC"/>
              <w:left w:val="single" w:sz="1" w:space="0" w:color="CCCCCC"/>
              <w:bottom w:val="single" w:sz="1" w:space="0" w:color="CCCCCC"/>
              <w:right w:val="single" w:sz="1" w:space="0" w:color="CCCCCC"/>
            </w:tcBorders>
            <w:tcMar>
              <w:top w:w="70" w:type="dxa"/>
              <w:left w:w="120" w:type="dxa"/>
              <w:bottom w:w="70" w:type="dxa"/>
              <w:right w:w="120" w:type="dxa"/>
            </w:tcMar>
          </w:tcPr>
          <w:p w14:paraId="48FBB0AE" w14:textId="77777777" w:rsidR="00092F81" w:rsidRPr="007F00C4" w:rsidRDefault="00092F81" w:rsidP="00F6738B">
            <w:pPr>
              <w:rPr>
                <w:sz w:val="22"/>
                <w:szCs w:val="22"/>
              </w:rPr>
            </w:pPr>
            <w:r>
              <w:rPr>
                <w:rFonts w:ascii="Arial" w:eastAsia="Arial" w:hAnsi="Arial" w:cs="Arial"/>
                <w:sz w:val="22"/>
                <w:szCs w:val="22"/>
              </w:rPr>
              <w:t>Phase 2 / Phase 3</w:t>
            </w:r>
          </w:p>
        </w:tc>
      </w:tr>
    </w:tbl>
    <w:p w14:paraId="3CB736F1" w14:textId="77777777" w:rsidR="003852AC" w:rsidRDefault="003852AC" w:rsidP="00285921">
      <w:pPr>
        <w:spacing w:before="80" w:after="100"/>
        <w:rPr>
          <w:rFonts w:ascii="Arial" w:eastAsia="Arial" w:hAnsi="Arial" w:cs="Arial"/>
          <w:b/>
          <w:bCs/>
          <w:color w:val="1F4E79"/>
          <w:sz w:val="32"/>
          <w:szCs w:val="32"/>
        </w:rPr>
      </w:pPr>
    </w:p>
    <w:p w14:paraId="5FB0557A" w14:textId="77777777" w:rsidR="007F00C4" w:rsidRDefault="007F00C4" w:rsidP="00285921">
      <w:pPr>
        <w:spacing w:before="80" w:after="100"/>
        <w:rPr>
          <w:rFonts w:ascii="Arial" w:eastAsia="Arial" w:hAnsi="Arial" w:cs="Arial"/>
          <w:b/>
          <w:bCs/>
          <w:color w:val="1F4E79"/>
          <w:sz w:val="32"/>
          <w:szCs w:val="32"/>
        </w:rPr>
      </w:pPr>
    </w:p>
    <w:p w14:paraId="7468CFD0" w14:textId="64BA71E5" w:rsidR="005E16F6" w:rsidRDefault="006E3C6A" w:rsidP="00285921">
      <w:pPr>
        <w:spacing w:before="80" w:after="100"/>
      </w:pPr>
      <w:r>
        <w:rPr>
          <w:rFonts w:ascii="Arial" w:eastAsia="Arial" w:hAnsi="Arial" w:cs="Arial"/>
          <w:b/>
          <w:bCs/>
          <w:color w:val="1F4E79"/>
          <w:sz w:val="32"/>
          <w:szCs w:val="32"/>
        </w:rPr>
        <w:t>Milestone Timeline: Four-Phase Plan to June 2027 SoP</w:t>
      </w:r>
    </w:p>
    <w:p w14:paraId="3124952C" w14:textId="3FE9B8F5" w:rsidR="003852AC" w:rsidRDefault="0094432F" w:rsidP="003A2444">
      <w:pPr>
        <w:spacing w:before="80" w:after="100"/>
      </w:pPr>
      <w:r>
        <w:rPr>
          <w:rFonts w:ascii="Arial" w:eastAsia="Arial" w:hAnsi="Arial" w:cs="Arial"/>
          <w:sz w:val="22"/>
          <w:szCs w:val="22"/>
        </w:rPr>
        <w:t>The following timeline is structured to provide sufficient buffer before the June 2027 SoP. Each phase has a defined set of deliverables and key tools. Phases are sequential with planned overlaps only where dependencies are confirmed.</w:t>
      </w:r>
    </w:p>
    <w:p w14:paraId="63181267" w14:textId="6C77861C" w:rsidR="007F00C4" w:rsidRDefault="007F00C4" w:rsidP="00EC3283"/>
    <w:p w14:paraId="67CACF0B" w14:textId="77777777" w:rsidR="00ED723C" w:rsidRDefault="00ED723C" w:rsidP="00EC3283"/>
    <w:p w14:paraId="44655EDB" w14:textId="77777777" w:rsidR="00ED723C" w:rsidRDefault="00ED723C" w:rsidP="00EC3283"/>
    <w:p w14:paraId="6FE3B2C6" w14:textId="77777777" w:rsidR="00ED723C" w:rsidRDefault="00ED723C" w:rsidP="00EC3283"/>
    <w:p w14:paraId="0EE9C385" w14:textId="77777777" w:rsidR="00ED723C" w:rsidRDefault="00ED723C" w:rsidP="00EC3283"/>
    <w:p w14:paraId="1519792C" w14:textId="77777777" w:rsidR="00ED723C" w:rsidRDefault="00ED723C" w:rsidP="00EC3283"/>
    <w:tbl>
      <w:tblPr>
        <w:tblW w:w="9360" w:type="dxa"/>
        <w:tblBorders>
          <w:top w:val="single" w:sz="4" w:space="0" w:color="auto"/>
          <w:left w:val="single" w:sz="4" w:space="0" w:color="auto"/>
          <w:bottom w:val="single" w:sz="4" w:space="0" w:color="auto"/>
          <w:right w:val="single" w:sz="4" w:space="0" w:color="auto"/>
          <w:insideH w:val="single" w:sz="4" w:space="0" w:color="auto"/>
          <w:insideV w:val="single" w:sz="4" w:space="0" w:color="auto"/>
        </w:tblBorders>
        <w:tblCellMar>
          <w:left w:w="10" w:type="dxa"/>
          <w:right w:w="10" w:type="dxa"/>
        </w:tblCellMar>
        <w:tblLook w:val="04A0" w:firstRow="1" w:lastRow="0" w:firstColumn="1" w:lastColumn="0" w:noHBand="0" w:noVBand="1"/>
      </w:tblPr>
      <w:tblGrid>
        <w:gridCol w:w="1788"/>
        <w:gridCol w:w="2160"/>
        <w:gridCol w:w="3297"/>
        <w:gridCol w:w="2115"/>
      </w:tblGrid>
      <w:tr w:rsidR="003852AC" w14:paraId="0AD8E765" w14:textId="77777777" w:rsidTr="00F6738B">
        <w:tblPrEx>
          <w:tblCellMar>
            <w:top w:w="0" w:type="dxa"/>
            <w:bottom w:w="0" w:type="dxa"/>
          </w:tblCellMar>
        </w:tblPrEx>
        <w:trPr>
          <w:tblHeader/>
        </w:trPr>
        <w:tc>
          <w:tcPr>
            <w:tcW w:w="1800" w:type="dxa"/>
            <w:tcBorders>
              <w:top w:val="single" w:sz="1" w:space="0" w:color="1F4E79"/>
              <w:left w:val="single" w:sz="1" w:space="0" w:color="1F4E79"/>
              <w:bottom w:val="single" w:sz="1" w:space="0" w:color="1F4E79"/>
              <w:right w:val="single" w:sz="1" w:space="0" w:color="1F4E79"/>
            </w:tcBorders>
            <w:shd w:val="clear" w:color="auto" w:fill="1F4E79"/>
            <w:tcMar>
              <w:top w:w="100" w:type="dxa"/>
              <w:left w:w="140" w:type="dxa"/>
              <w:bottom w:w="100" w:type="dxa"/>
              <w:right w:w="140" w:type="dxa"/>
            </w:tcMar>
            <w:vAlign w:val="center"/>
          </w:tcPr>
          <w:p w14:paraId="5CDF32A3" w14:textId="0ACC20C2" w:rsidR="003852AC" w:rsidRDefault="003852AC" w:rsidP="00F6738B">
            <w:r>
              <w:rPr>
                <w:rFonts w:ascii="Arial" w:eastAsia="Arial" w:hAnsi="Arial" w:cs="Arial"/>
                <w:b/>
                <w:bCs/>
                <w:color w:val="FFFFFF"/>
                <w:sz w:val="22"/>
                <w:szCs w:val="22"/>
              </w:rPr>
              <w:t>Phase</w:t>
            </w:r>
          </w:p>
        </w:tc>
        <w:tc>
          <w:tcPr>
            <w:tcW w:w="2200" w:type="dxa"/>
            <w:tcBorders>
              <w:top w:val="single" w:sz="1" w:space="0" w:color="1F4E79"/>
              <w:left w:val="single" w:sz="1" w:space="0" w:color="1F4E79"/>
              <w:bottom w:val="single" w:sz="1" w:space="0" w:color="1F4E79"/>
              <w:right w:val="single" w:sz="1" w:space="0" w:color="1F4E79"/>
            </w:tcBorders>
            <w:shd w:val="clear" w:color="auto" w:fill="1F4E79"/>
            <w:tcMar>
              <w:top w:w="100" w:type="dxa"/>
              <w:left w:w="140" w:type="dxa"/>
              <w:bottom w:w="100" w:type="dxa"/>
              <w:right w:w="140" w:type="dxa"/>
            </w:tcMar>
            <w:vAlign w:val="center"/>
          </w:tcPr>
          <w:p w14:paraId="79A68C7A" w14:textId="77777777" w:rsidR="003852AC" w:rsidRDefault="003852AC" w:rsidP="00F6738B">
            <w:r>
              <w:rPr>
                <w:rFonts w:ascii="Arial" w:eastAsia="Arial" w:hAnsi="Arial" w:cs="Arial"/>
                <w:b/>
                <w:bCs/>
                <w:color w:val="FFFFFF"/>
                <w:sz w:val="22"/>
                <w:szCs w:val="22"/>
              </w:rPr>
              <w:t>Timeline</w:t>
            </w:r>
          </w:p>
        </w:tc>
        <w:tc>
          <w:tcPr>
            <w:tcW w:w="3360" w:type="dxa"/>
            <w:tcBorders>
              <w:top w:val="single" w:sz="1" w:space="0" w:color="1F4E79"/>
              <w:left w:val="single" w:sz="1" w:space="0" w:color="1F4E79"/>
              <w:bottom w:val="single" w:sz="1" w:space="0" w:color="1F4E79"/>
              <w:right w:val="single" w:sz="1" w:space="0" w:color="1F4E79"/>
            </w:tcBorders>
            <w:shd w:val="clear" w:color="auto" w:fill="1F4E79"/>
            <w:tcMar>
              <w:top w:w="100" w:type="dxa"/>
              <w:left w:w="140" w:type="dxa"/>
              <w:bottom w:w="100" w:type="dxa"/>
              <w:right w:w="140" w:type="dxa"/>
            </w:tcMar>
            <w:vAlign w:val="center"/>
          </w:tcPr>
          <w:p w14:paraId="05681F6E" w14:textId="77777777" w:rsidR="003852AC" w:rsidRDefault="003852AC" w:rsidP="00F6738B">
            <w:r>
              <w:rPr>
                <w:rFonts w:ascii="Arial" w:eastAsia="Arial" w:hAnsi="Arial" w:cs="Arial"/>
                <w:b/>
                <w:bCs/>
                <w:color w:val="FFFFFF"/>
                <w:sz w:val="22"/>
                <w:szCs w:val="22"/>
              </w:rPr>
              <w:t>Key Milestones</w:t>
            </w:r>
          </w:p>
        </w:tc>
        <w:tc>
          <w:tcPr>
            <w:tcW w:w="2000" w:type="dxa"/>
            <w:tcBorders>
              <w:top w:val="single" w:sz="1" w:space="0" w:color="1F4E79"/>
              <w:left w:val="single" w:sz="1" w:space="0" w:color="1F4E79"/>
              <w:bottom w:val="single" w:sz="1" w:space="0" w:color="1F4E79"/>
              <w:right w:val="single" w:sz="1" w:space="0" w:color="1F4E79"/>
            </w:tcBorders>
            <w:shd w:val="clear" w:color="auto" w:fill="1F4E79"/>
            <w:tcMar>
              <w:top w:w="100" w:type="dxa"/>
              <w:left w:w="140" w:type="dxa"/>
              <w:bottom w:w="100" w:type="dxa"/>
              <w:right w:w="140" w:type="dxa"/>
            </w:tcMar>
            <w:vAlign w:val="center"/>
          </w:tcPr>
          <w:p w14:paraId="068A8339" w14:textId="77777777" w:rsidR="003852AC" w:rsidRDefault="003852AC" w:rsidP="00F6738B">
            <w:r>
              <w:rPr>
                <w:rFonts w:ascii="Arial" w:eastAsia="Arial" w:hAnsi="Arial" w:cs="Arial"/>
                <w:b/>
                <w:bCs/>
                <w:color w:val="FFFFFF"/>
                <w:sz w:val="22"/>
                <w:szCs w:val="22"/>
              </w:rPr>
              <w:t>Key Tools</w:t>
            </w:r>
          </w:p>
        </w:tc>
      </w:tr>
      <w:tr w:rsidR="003852AC" w14:paraId="29664056" w14:textId="77777777" w:rsidTr="007B68B0">
        <w:tblPrEx>
          <w:tblCellMar>
            <w:top w:w="0" w:type="dxa"/>
            <w:bottom w:w="0" w:type="dxa"/>
          </w:tblCellMar>
        </w:tblPrEx>
        <w:tc>
          <w:tcPr>
            <w:tcW w:w="1800" w:type="dxa"/>
            <w:tcBorders>
              <w:top w:val="single" w:sz="1" w:space="0" w:color="CCCCCC"/>
              <w:left w:val="single" w:sz="1" w:space="0" w:color="CCCCCC"/>
              <w:bottom w:val="single" w:sz="1" w:space="0" w:color="CCCCCC"/>
              <w:right w:val="single" w:sz="1" w:space="0" w:color="CCCCCC"/>
            </w:tcBorders>
            <w:shd w:val="clear" w:color="auto" w:fill="F2F2F2" w:themeFill="background1" w:themeFillShade="F2"/>
            <w:tcMar>
              <w:top w:w="80" w:type="dxa"/>
              <w:left w:w="140" w:type="dxa"/>
              <w:bottom w:w="80" w:type="dxa"/>
              <w:right w:w="140" w:type="dxa"/>
            </w:tcMar>
            <w:vAlign w:val="center"/>
          </w:tcPr>
          <w:p w14:paraId="3E31BE52" w14:textId="77777777" w:rsidR="003852AC" w:rsidRPr="007F00C4" w:rsidRDefault="003852AC" w:rsidP="00F6738B">
            <w:pPr>
              <w:rPr>
                <w:sz w:val="22"/>
                <w:szCs w:val="22"/>
              </w:rPr>
            </w:pPr>
            <w:r>
              <w:rPr>
                <w:rFonts w:ascii="Arial" w:eastAsia="Arial" w:hAnsi="Arial" w:cs="Arial"/>
                <w:b/>
                <w:bCs/>
                <w:sz w:val="22"/>
                <w:szCs w:val="22"/>
              </w:rPr>
              <w:t>Phase 0: Foundation</w:t>
            </w:r>
          </w:p>
        </w:tc>
        <w:tc>
          <w:tcPr>
            <w:tcW w:w="2200" w:type="dxa"/>
            <w:tcBorders>
              <w:top w:val="single" w:sz="1" w:space="0" w:color="CCCCCC"/>
              <w:left w:val="single" w:sz="1" w:space="0" w:color="CCCCCC"/>
              <w:bottom w:val="single" w:sz="1" w:space="0" w:color="CCCCCC"/>
              <w:right w:val="single" w:sz="1" w:space="0" w:color="CCCCCC"/>
            </w:tcBorders>
            <w:shd w:val="clear" w:color="auto" w:fill="F2F2F2" w:themeFill="background1" w:themeFillShade="F2"/>
            <w:tcMar>
              <w:top w:w="80" w:type="dxa"/>
              <w:left w:w="140" w:type="dxa"/>
              <w:bottom w:w="80" w:type="dxa"/>
              <w:right w:w="140" w:type="dxa"/>
            </w:tcMar>
            <w:vAlign w:val="center"/>
          </w:tcPr>
          <w:p w14:paraId="155F2536" w14:textId="77777777" w:rsidR="003852AC" w:rsidRPr="007F00C4" w:rsidRDefault="003852AC" w:rsidP="00F6738B">
            <w:pPr>
              <w:rPr>
                <w:sz w:val="22"/>
                <w:szCs w:val="22"/>
              </w:rPr>
            </w:pPr>
            <w:r>
              <w:rPr>
                <w:rFonts w:ascii="Arial" w:eastAsia="Arial" w:hAnsi="Arial" w:cs="Arial"/>
                <w:sz w:val="22"/>
                <w:szCs w:val="22"/>
              </w:rPr>
              <w:t>Q1 2026 – Q2 2026</w:t>
            </w:r>
          </w:p>
        </w:tc>
        <w:tc>
          <w:tcPr>
            <w:tcW w:w="3360" w:type="dxa"/>
            <w:tcBorders>
              <w:top w:val="single" w:sz="1" w:space="0" w:color="CCCCCC"/>
              <w:left w:val="single" w:sz="1" w:space="0" w:color="CCCCCC"/>
              <w:bottom w:val="single" w:sz="1" w:space="0" w:color="CCCCCC"/>
              <w:right w:val="single" w:sz="1" w:space="0" w:color="CCCCCC"/>
            </w:tcBorders>
            <w:shd w:val="clear" w:color="auto" w:fill="F2F2F2" w:themeFill="background1" w:themeFillShade="F2"/>
            <w:tcMar>
              <w:top w:w="80" w:type="dxa"/>
              <w:left w:w="140" w:type="dxa"/>
              <w:bottom w:w="80" w:type="dxa"/>
              <w:right w:w="140" w:type="dxa"/>
            </w:tcMar>
            <w:vAlign w:val="center"/>
          </w:tcPr>
          <w:p w14:paraId="7E233EC9" w14:textId="77777777" w:rsidR="003852AC" w:rsidRPr="007F00C4" w:rsidRDefault="003852AC" w:rsidP="00F6738B">
            <w:pPr>
              <w:rPr>
                <w:sz w:val="22"/>
                <w:szCs w:val="22"/>
              </w:rPr>
            </w:pPr>
            <w:r>
              <w:rPr>
                <w:rFonts w:ascii="Arial" w:eastAsia="Arial" w:hAnsi="Arial" w:cs="Arial"/>
                <w:sz w:val="22"/>
                <w:szCs w:val="22"/>
              </w:rPr>
              <w:t>• Finalize MDA architecture &amp; data standards</w:t>
            </w:r>
          </w:p>
          <w:p w14:paraId="292CB1BD" w14:textId="77777777" w:rsidR="003852AC" w:rsidRPr="007F00C4" w:rsidRDefault="003852AC" w:rsidP="00F6738B">
            <w:pPr>
              <w:rPr>
                <w:sz w:val="22"/>
                <w:szCs w:val="22"/>
              </w:rPr>
            </w:pPr>
            <w:r>
              <w:rPr>
                <w:rFonts w:ascii="Arial" w:eastAsia="Arial" w:hAnsi="Arial" w:cs="Arial"/>
                <w:sz w:val="22"/>
                <w:szCs w:val="22"/>
              </w:rPr>
              <w:t>• Complete system inventory &amp; interface analysis (100 systems)</w:t>
            </w:r>
          </w:p>
          <w:p w14:paraId="32AB57EF" w14:textId="77777777" w:rsidR="003852AC" w:rsidRPr="007F00C4" w:rsidRDefault="003852AC" w:rsidP="00F6738B">
            <w:pPr>
              <w:rPr>
                <w:sz w:val="22"/>
                <w:szCs w:val="22"/>
              </w:rPr>
            </w:pPr>
            <w:r>
              <w:rPr>
                <w:rFonts w:ascii="Arial" w:eastAsia="Arial" w:hAnsi="Arial" w:cs="Arial"/>
                <w:sz w:val="22"/>
                <w:szCs w:val="22"/>
              </w:rPr>
              <w:t>• Works Council pre-alignment (data levels 1–4)</w:t>
            </w:r>
          </w:p>
          <w:p w14:paraId="72592F1B" w14:textId="77777777" w:rsidR="003852AC" w:rsidRPr="007F00C4" w:rsidRDefault="003852AC" w:rsidP="00F6738B">
            <w:pPr>
              <w:rPr>
                <w:sz w:val="22"/>
                <w:szCs w:val="22"/>
              </w:rPr>
            </w:pPr>
            <w:r>
              <w:rPr>
                <w:rFonts w:ascii="Arial" w:eastAsia="Arial" w:hAnsi="Arial" w:cs="Arial"/>
                <w:sz w:val="22"/>
                <w:szCs w:val="22"/>
              </w:rPr>
              <w:t>• Vendor contract framework established</w:t>
            </w:r>
          </w:p>
        </w:tc>
        <w:tc>
          <w:tcPr>
            <w:tcW w:w="2000" w:type="dxa"/>
            <w:tcBorders>
              <w:top w:val="single" w:sz="1" w:space="0" w:color="CCCCCC"/>
              <w:left w:val="single" w:sz="1" w:space="0" w:color="CCCCCC"/>
              <w:bottom w:val="single" w:sz="1" w:space="0" w:color="CCCCCC"/>
              <w:right w:val="single" w:sz="1" w:space="0" w:color="CCCCCC"/>
            </w:tcBorders>
            <w:shd w:val="clear" w:color="auto" w:fill="F2F2F2" w:themeFill="background1" w:themeFillShade="F2"/>
            <w:tcMar>
              <w:top w:w="80" w:type="dxa"/>
              <w:left w:w="140" w:type="dxa"/>
              <w:bottom w:w="80" w:type="dxa"/>
              <w:right w:w="140" w:type="dxa"/>
            </w:tcMar>
            <w:vAlign w:val="center"/>
          </w:tcPr>
          <w:p w14:paraId="6271235B" w14:textId="77777777" w:rsidR="003852AC" w:rsidRPr="007F00C4" w:rsidRDefault="003852AC" w:rsidP="00F6738B">
            <w:pPr>
              <w:rPr>
                <w:sz w:val="22"/>
                <w:szCs w:val="22"/>
              </w:rPr>
            </w:pPr>
            <w:r>
              <w:rPr>
                <w:rFonts w:ascii="Arial" w:eastAsia="Arial" w:hAnsi="Arial" w:cs="Arial"/>
                <w:sz w:val="22"/>
                <w:szCs w:val="22"/>
              </w:rPr>
              <w:t>RACI matrix, Interface catalogue, Risk register</w:t>
            </w:r>
          </w:p>
        </w:tc>
      </w:tr>
      <w:tr w:rsidR="003852AC" w14:paraId="644E7A83" w14:textId="77777777" w:rsidTr="00F6738B">
        <w:tblPrEx>
          <w:tblCellMar>
            <w:top w:w="0" w:type="dxa"/>
            <w:bottom w:w="0" w:type="dxa"/>
          </w:tblCellMar>
        </w:tblPrEx>
        <w:tc>
          <w:tcPr>
            <w:tcW w:w="1800" w:type="dxa"/>
            <w:tcBorders>
              <w:top w:val="single" w:sz="1" w:space="0" w:color="CCCCCC"/>
              <w:left w:val="single" w:sz="1" w:space="0" w:color="CCCCCC"/>
              <w:bottom w:val="single" w:sz="1" w:space="0" w:color="CCCCCC"/>
              <w:right w:val="single" w:sz="1" w:space="0" w:color="CCCCCC"/>
            </w:tcBorders>
            <w:shd w:val="clear" w:color="auto" w:fill="E2EFDA"/>
            <w:tcMar>
              <w:top w:w="80" w:type="dxa"/>
              <w:left w:w="140" w:type="dxa"/>
              <w:bottom w:w="80" w:type="dxa"/>
              <w:right w:w="140" w:type="dxa"/>
            </w:tcMar>
            <w:vAlign w:val="center"/>
          </w:tcPr>
          <w:p w14:paraId="52BEFAC2" w14:textId="77777777" w:rsidR="003852AC" w:rsidRPr="007F00C4" w:rsidRDefault="003852AC" w:rsidP="00F6738B">
            <w:pPr>
              <w:rPr>
                <w:sz w:val="22"/>
                <w:szCs w:val="22"/>
              </w:rPr>
            </w:pPr>
            <w:r>
              <w:rPr>
                <w:rFonts w:ascii="Arial" w:eastAsia="Arial" w:hAnsi="Arial" w:cs="Arial"/>
                <w:b/>
                <w:bCs/>
                <w:sz w:val="22"/>
                <w:szCs w:val="22"/>
              </w:rPr>
              <w:t>Phase 1: Pilot (Priority Systems)</w:t>
            </w:r>
          </w:p>
        </w:tc>
        <w:tc>
          <w:tcPr>
            <w:tcW w:w="2200" w:type="dxa"/>
            <w:tcBorders>
              <w:top w:val="single" w:sz="1" w:space="0" w:color="CCCCCC"/>
              <w:left w:val="single" w:sz="1" w:space="0" w:color="CCCCCC"/>
              <w:bottom w:val="single" w:sz="1" w:space="0" w:color="CCCCCC"/>
              <w:right w:val="single" w:sz="1" w:space="0" w:color="CCCCCC"/>
            </w:tcBorders>
            <w:shd w:val="clear" w:color="auto" w:fill="E2EFDA"/>
            <w:tcMar>
              <w:top w:w="80" w:type="dxa"/>
              <w:left w:w="140" w:type="dxa"/>
              <w:bottom w:w="80" w:type="dxa"/>
              <w:right w:w="140" w:type="dxa"/>
            </w:tcMar>
            <w:vAlign w:val="center"/>
          </w:tcPr>
          <w:p w14:paraId="03A6C450" w14:textId="77777777" w:rsidR="003852AC" w:rsidRPr="007F00C4" w:rsidRDefault="003852AC" w:rsidP="00F6738B">
            <w:pPr>
              <w:rPr>
                <w:sz w:val="22"/>
                <w:szCs w:val="22"/>
              </w:rPr>
            </w:pPr>
            <w:r>
              <w:rPr>
                <w:rFonts w:ascii="Arial" w:eastAsia="Arial" w:hAnsi="Arial" w:cs="Arial"/>
                <w:sz w:val="22"/>
                <w:szCs w:val="22"/>
              </w:rPr>
              <w:t>Q3 2026 – Q4 2026</w:t>
            </w:r>
          </w:p>
        </w:tc>
        <w:tc>
          <w:tcPr>
            <w:tcW w:w="3360" w:type="dxa"/>
            <w:tcBorders>
              <w:top w:val="single" w:sz="1" w:space="0" w:color="CCCCCC"/>
              <w:left w:val="single" w:sz="1" w:space="0" w:color="CCCCCC"/>
              <w:bottom w:val="single" w:sz="1" w:space="0" w:color="CCCCCC"/>
              <w:right w:val="single" w:sz="1" w:space="0" w:color="CCCCCC"/>
            </w:tcBorders>
            <w:shd w:val="clear" w:color="auto" w:fill="E2EFDA"/>
            <w:tcMar>
              <w:top w:w="80" w:type="dxa"/>
              <w:left w:w="140" w:type="dxa"/>
              <w:bottom w:w="80" w:type="dxa"/>
              <w:right w:w="140" w:type="dxa"/>
            </w:tcMar>
            <w:vAlign w:val="center"/>
          </w:tcPr>
          <w:p w14:paraId="2FC5F0C1" w14:textId="77777777" w:rsidR="003852AC" w:rsidRPr="007F00C4" w:rsidRDefault="003852AC" w:rsidP="00F6738B">
            <w:pPr>
              <w:rPr>
                <w:sz w:val="22"/>
                <w:szCs w:val="22"/>
              </w:rPr>
            </w:pPr>
            <w:r>
              <w:rPr>
                <w:rFonts w:ascii="Arial" w:eastAsia="Arial" w:hAnsi="Arial" w:cs="Arial"/>
                <w:sz w:val="22"/>
                <w:szCs w:val="22"/>
              </w:rPr>
              <w:t>• Connect ~15–20 high-priority systems (e.g., wheel lathes, test rigs)</w:t>
            </w:r>
          </w:p>
          <w:p w14:paraId="57B1DEB9" w14:textId="77777777" w:rsidR="003852AC" w:rsidRPr="007F00C4" w:rsidRDefault="003852AC" w:rsidP="00F6738B">
            <w:pPr>
              <w:rPr>
                <w:sz w:val="22"/>
                <w:szCs w:val="22"/>
              </w:rPr>
            </w:pPr>
            <w:r>
              <w:rPr>
                <w:rFonts w:ascii="Arial" w:eastAsia="Arial" w:hAnsi="Arial" w:cs="Arial"/>
                <w:sz w:val="22"/>
                <w:szCs w:val="22"/>
              </w:rPr>
              <w:t>• MDA Level 1 (automated data collection) operational</w:t>
            </w:r>
          </w:p>
          <w:p w14:paraId="5DBA4B67" w14:textId="77777777" w:rsidR="003852AC" w:rsidRPr="007F00C4" w:rsidRDefault="003852AC" w:rsidP="00F6738B">
            <w:pPr>
              <w:rPr>
                <w:sz w:val="22"/>
                <w:szCs w:val="22"/>
              </w:rPr>
            </w:pPr>
            <w:r>
              <w:rPr>
                <w:rFonts w:ascii="Arial" w:eastAsia="Arial" w:hAnsi="Arial" w:cs="Arial"/>
                <w:sz w:val="22"/>
                <w:szCs w:val="22"/>
              </w:rPr>
              <w:t>• OEE baseline measurements established</w:t>
            </w:r>
          </w:p>
          <w:p w14:paraId="4EEB9359" w14:textId="77777777" w:rsidR="003852AC" w:rsidRPr="007F00C4" w:rsidRDefault="003852AC" w:rsidP="00F6738B">
            <w:pPr>
              <w:rPr>
                <w:sz w:val="22"/>
                <w:szCs w:val="22"/>
              </w:rPr>
            </w:pPr>
            <w:r>
              <w:rPr>
                <w:rFonts w:ascii="Arial" w:eastAsia="Arial" w:hAnsi="Arial" w:cs="Arial"/>
                <w:sz w:val="22"/>
                <w:szCs w:val="22"/>
              </w:rPr>
              <w:t>• Interface connector 'Blueprint v1' drafted</w:t>
            </w:r>
          </w:p>
        </w:tc>
        <w:tc>
          <w:tcPr>
            <w:tcW w:w="2000" w:type="dxa"/>
            <w:tcBorders>
              <w:top w:val="single" w:sz="1" w:space="0" w:color="CCCCCC"/>
              <w:left w:val="single" w:sz="1" w:space="0" w:color="CCCCCC"/>
              <w:bottom w:val="single" w:sz="1" w:space="0" w:color="CCCCCC"/>
              <w:right w:val="single" w:sz="1" w:space="0" w:color="CCCCCC"/>
            </w:tcBorders>
            <w:shd w:val="clear" w:color="auto" w:fill="E2EFDA"/>
            <w:tcMar>
              <w:top w:w="80" w:type="dxa"/>
              <w:left w:w="140" w:type="dxa"/>
              <w:bottom w:w="80" w:type="dxa"/>
              <w:right w:w="140" w:type="dxa"/>
            </w:tcMar>
            <w:vAlign w:val="center"/>
          </w:tcPr>
          <w:p w14:paraId="3E808A82" w14:textId="77777777" w:rsidR="003852AC" w:rsidRPr="007F00C4" w:rsidRDefault="003852AC" w:rsidP="00F6738B">
            <w:pPr>
              <w:rPr>
                <w:sz w:val="22"/>
                <w:szCs w:val="22"/>
              </w:rPr>
            </w:pPr>
            <w:r>
              <w:rPr>
                <w:rFonts w:ascii="Arial" w:eastAsia="Arial" w:hAnsi="Arial" w:cs="Arial"/>
                <w:sz w:val="22"/>
                <w:szCs w:val="22"/>
              </w:rPr>
              <w:t>IoT middleware, OPC-UA adapters, Dashboard (Grafana/PowerBI)</w:t>
            </w:r>
          </w:p>
        </w:tc>
      </w:tr>
      <w:tr w:rsidR="003852AC" w14:paraId="0F932B00" w14:textId="77777777" w:rsidTr="00F6738B">
        <w:tblPrEx>
          <w:tblCellMar>
            <w:top w:w="0" w:type="dxa"/>
            <w:bottom w:w="0" w:type="dxa"/>
          </w:tblCellMar>
        </w:tblPrEx>
        <w:tc>
          <w:tcPr>
            <w:tcW w:w="1800" w:type="dxa"/>
            <w:tcBorders>
              <w:top w:val="single" w:sz="1" w:space="0" w:color="CCCCCC"/>
              <w:left w:val="single" w:sz="1" w:space="0" w:color="CCCCCC"/>
              <w:bottom w:val="single" w:sz="1" w:space="0" w:color="CCCCCC"/>
              <w:right w:val="single" w:sz="1" w:space="0" w:color="CCCCCC"/>
            </w:tcBorders>
            <w:shd w:val="clear" w:color="auto" w:fill="FFF2CC"/>
            <w:tcMar>
              <w:top w:w="80" w:type="dxa"/>
              <w:left w:w="140" w:type="dxa"/>
              <w:bottom w:w="80" w:type="dxa"/>
              <w:right w:w="140" w:type="dxa"/>
            </w:tcMar>
            <w:vAlign w:val="center"/>
          </w:tcPr>
          <w:p w14:paraId="31BED2E6" w14:textId="77777777" w:rsidR="003852AC" w:rsidRPr="007F00C4" w:rsidRDefault="003852AC" w:rsidP="00F6738B">
            <w:pPr>
              <w:rPr>
                <w:sz w:val="22"/>
                <w:szCs w:val="22"/>
              </w:rPr>
            </w:pPr>
            <w:r>
              <w:rPr>
                <w:rFonts w:ascii="Arial" w:eastAsia="Arial" w:hAnsi="Arial" w:cs="Arial"/>
                <w:b/>
                <w:bCs/>
                <w:sz w:val="22"/>
                <w:szCs w:val="22"/>
              </w:rPr>
              <w:t>Phase 2: Scale-Up (By Building Section)</w:t>
            </w:r>
          </w:p>
        </w:tc>
        <w:tc>
          <w:tcPr>
            <w:tcW w:w="2200" w:type="dxa"/>
            <w:tcBorders>
              <w:top w:val="single" w:sz="1" w:space="0" w:color="CCCCCC"/>
              <w:left w:val="single" w:sz="1" w:space="0" w:color="CCCCCC"/>
              <w:bottom w:val="single" w:sz="1" w:space="0" w:color="CCCCCC"/>
              <w:right w:val="single" w:sz="1" w:space="0" w:color="CCCCCC"/>
            </w:tcBorders>
            <w:shd w:val="clear" w:color="auto" w:fill="FFF2CC"/>
            <w:tcMar>
              <w:top w:w="80" w:type="dxa"/>
              <w:left w:w="140" w:type="dxa"/>
              <w:bottom w:w="80" w:type="dxa"/>
              <w:right w:w="140" w:type="dxa"/>
            </w:tcMar>
            <w:vAlign w:val="center"/>
          </w:tcPr>
          <w:p w14:paraId="00AD9D32" w14:textId="77777777" w:rsidR="003852AC" w:rsidRPr="007F00C4" w:rsidRDefault="003852AC" w:rsidP="00F6738B">
            <w:pPr>
              <w:rPr>
                <w:sz w:val="22"/>
                <w:szCs w:val="22"/>
              </w:rPr>
            </w:pPr>
            <w:r>
              <w:rPr>
                <w:rFonts w:ascii="Arial" w:eastAsia="Arial" w:hAnsi="Arial" w:cs="Arial"/>
                <w:sz w:val="22"/>
                <w:szCs w:val="22"/>
              </w:rPr>
              <w:t>Q1 2027 – Q2 2027</w:t>
            </w:r>
          </w:p>
        </w:tc>
        <w:tc>
          <w:tcPr>
            <w:tcW w:w="3360" w:type="dxa"/>
            <w:tcBorders>
              <w:top w:val="single" w:sz="1" w:space="0" w:color="CCCCCC"/>
              <w:left w:val="single" w:sz="1" w:space="0" w:color="CCCCCC"/>
              <w:bottom w:val="single" w:sz="1" w:space="0" w:color="CCCCCC"/>
              <w:right w:val="single" w:sz="1" w:space="0" w:color="CCCCCC"/>
            </w:tcBorders>
            <w:shd w:val="clear" w:color="auto" w:fill="FFF2CC"/>
            <w:tcMar>
              <w:top w:w="80" w:type="dxa"/>
              <w:left w:w="140" w:type="dxa"/>
              <w:bottom w:w="80" w:type="dxa"/>
              <w:right w:w="140" w:type="dxa"/>
            </w:tcMar>
            <w:vAlign w:val="center"/>
          </w:tcPr>
          <w:p w14:paraId="1F744043" w14:textId="77777777" w:rsidR="003852AC" w:rsidRPr="007F00C4" w:rsidRDefault="003852AC" w:rsidP="00F6738B">
            <w:pPr>
              <w:rPr>
                <w:sz w:val="22"/>
                <w:szCs w:val="22"/>
              </w:rPr>
            </w:pPr>
            <w:r>
              <w:rPr>
                <w:rFonts w:ascii="Arial" w:eastAsia="Arial" w:hAnsi="Arial" w:cs="Arial"/>
                <w:sz w:val="22"/>
                <w:szCs w:val="22"/>
              </w:rPr>
              <w:t>• Roll out remaining ~80 systems section by section</w:t>
            </w:r>
          </w:p>
          <w:p w14:paraId="49D20D8D" w14:textId="77777777" w:rsidR="003852AC" w:rsidRPr="007F00C4" w:rsidRDefault="003852AC" w:rsidP="00F6738B">
            <w:pPr>
              <w:rPr>
                <w:sz w:val="22"/>
                <w:szCs w:val="22"/>
              </w:rPr>
            </w:pPr>
            <w:r>
              <w:rPr>
                <w:rFonts w:ascii="Arial" w:eastAsia="Arial" w:hAnsi="Arial" w:cs="Arial"/>
                <w:sz w:val="22"/>
                <w:szCs w:val="22"/>
              </w:rPr>
              <w:t>• MDA Level 2 (real-time transparency) activated</w:t>
            </w:r>
          </w:p>
          <w:p w14:paraId="1A5EBCF1" w14:textId="77777777" w:rsidR="003852AC" w:rsidRPr="007F00C4" w:rsidRDefault="003852AC" w:rsidP="00F6738B">
            <w:pPr>
              <w:rPr>
                <w:sz w:val="22"/>
                <w:szCs w:val="22"/>
              </w:rPr>
            </w:pPr>
            <w:r>
              <w:rPr>
                <w:rFonts w:ascii="Arial" w:eastAsia="Arial" w:hAnsi="Arial" w:cs="Arial"/>
                <w:sz w:val="22"/>
                <w:szCs w:val="22"/>
              </w:rPr>
              <w:t>• Integration tests with IT streams (SAP PM, MES)</w:t>
            </w:r>
          </w:p>
          <w:p w14:paraId="3F833C1F" w14:textId="77777777" w:rsidR="003852AC" w:rsidRPr="007F00C4" w:rsidRDefault="003852AC" w:rsidP="00F6738B">
            <w:pPr>
              <w:rPr>
                <w:sz w:val="22"/>
                <w:szCs w:val="22"/>
              </w:rPr>
            </w:pPr>
            <w:r>
              <w:rPr>
                <w:rFonts w:ascii="Arial" w:eastAsia="Arial" w:hAnsi="Arial" w:cs="Arial"/>
                <w:sz w:val="22"/>
                <w:szCs w:val="22"/>
              </w:rPr>
              <w:t>• Works Council sign-off on data usage framework</w:t>
            </w:r>
          </w:p>
        </w:tc>
        <w:tc>
          <w:tcPr>
            <w:tcW w:w="2000" w:type="dxa"/>
            <w:tcBorders>
              <w:top w:val="single" w:sz="1" w:space="0" w:color="CCCCCC"/>
              <w:left w:val="single" w:sz="1" w:space="0" w:color="CCCCCC"/>
              <w:bottom w:val="single" w:sz="1" w:space="0" w:color="CCCCCC"/>
              <w:right w:val="single" w:sz="1" w:space="0" w:color="CCCCCC"/>
            </w:tcBorders>
            <w:shd w:val="clear" w:color="auto" w:fill="FFF2CC"/>
            <w:tcMar>
              <w:top w:w="80" w:type="dxa"/>
              <w:left w:w="140" w:type="dxa"/>
              <w:bottom w:w="80" w:type="dxa"/>
              <w:right w:w="140" w:type="dxa"/>
            </w:tcMar>
            <w:vAlign w:val="center"/>
          </w:tcPr>
          <w:p w14:paraId="28A6518C" w14:textId="77777777" w:rsidR="003852AC" w:rsidRPr="007F00C4" w:rsidRDefault="003852AC" w:rsidP="00F6738B">
            <w:pPr>
              <w:rPr>
                <w:sz w:val="22"/>
                <w:szCs w:val="22"/>
              </w:rPr>
            </w:pPr>
            <w:r>
              <w:rPr>
                <w:rFonts w:ascii="Arial" w:eastAsia="Arial" w:hAnsi="Arial" w:cs="Arial"/>
                <w:sz w:val="22"/>
                <w:szCs w:val="22"/>
              </w:rPr>
              <w:t>Jira/MS Project, MES/SAP-PM connectors, Test protocols</w:t>
            </w:r>
          </w:p>
        </w:tc>
      </w:tr>
      <w:tr w:rsidR="003852AC" w14:paraId="275D2155" w14:textId="77777777" w:rsidTr="00F6738B">
        <w:tblPrEx>
          <w:tblCellMar>
            <w:top w:w="0" w:type="dxa"/>
            <w:bottom w:w="0" w:type="dxa"/>
          </w:tblCellMar>
        </w:tblPrEx>
        <w:tc>
          <w:tcPr>
            <w:tcW w:w="1800" w:type="dxa"/>
            <w:tcBorders>
              <w:top w:val="single" w:sz="1" w:space="0" w:color="CCCCCC"/>
              <w:left w:val="single" w:sz="1" w:space="0" w:color="CCCCCC"/>
              <w:bottom w:val="single" w:sz="1" w:space="0" w:color="CCCCCC"/>
              <w:right w:val="single" w:sz="1" w:space="0" w:color="CCCCCC"/>
            </w:tcBorders>
            <w:shd w:val="clear" w:color="auto" w:fill="FCE4D6"/>
            <w:tcMar>
              <w:top w:w="80" w:type="dxa"/>
              <w:left w:w="140" w:type="dxa"/>
              <w:bottom w:w="80" w:type="dxa"/>
              <w:right w:w="140" w:type="dxa"/>
            </w:tcMar>
            <w:vAlign w:val="center"/>
          </w:tcPr>
          <w:p w14:paraId="1BE548E3" w14:textId="77777777" w:rsidR="003852AC" w:rsidRPr="007F00C4" w:rsidRDefault="003852AC" w:rsidP="00F6738B">
            <w:pPr>
              <w:rPr>
                <w:sz w:val="22"/>
                <w:szCs w:val="22"/>
              </w:rPr>
            </w:pPr>
            <w:r>
              <w:rPr>
                <w:rFonts w:ascii="Arial" w:eastAsia="Arial" w:hAnsi="Arial" w:cs="Arial"/>
                <w:b/>
                <w:bCs/>
                <w:sz w:val="22"/>
                <w:szCs w:val="22"/>
              </w:rPr>
              <w:t>Phase 3: SoP Readiness &amp; Handover</w:t>
            </w:r>
          </w:p>
        </w:tc>
        <w:tc>
          <w:tcPr>
            <w:tcW w:w="2200" w:type="dxa"/>
            <w:tcBorders>
              <w:top w:val="single" w:sz="1" w:space="0" w:color="CCCCCC"/>
              <w:left w:val="single" w:sz="1" w:space="0" w:color="CCCCCC"/>
              <w:bottom w:val="single" w:sz="1" w:space="0" w:color="CCCCCC"/>
              <w:right w:val="single" w:sz="1" w:space="0" w:color="CCCCCC"/>
            </w:tcBorders>
            <w:shd w:val="clear" w:color="auto" w:fill="FCE4D6"/>
            <w:tcMar>
              <w:top w:w="80" w:type="dxa"/>
              <w:left w:w="140" w:type="dxa"/>
              <w:bottom w:w="80" w:type="dxa"/>
              <w:right w:w="140" w:type="dxa"/>
            </w:tcMar>
            <w:vAlign w:val="center"/>
          </w:tcPr>
          <w:p w14:paraId="4629F48C" w14:textId="77777777" w:rsidR="003852AC" w:rsidRPr="007F00C4" w:rsidRDefault="003852AC" w:rsidP="00F6738B">
            <w:pPr>
              <w:rPr>
                <w:sz w:val="22"/>
                <w:szCs w:val="22"/>
              </w:rPr>
            </w:pPr>
            <w:r>
              <w:rPr>
                <w:rFonts w:ascii="Arial" w:eastAsia="Arial" w:hAnsi="Arial" w:cs="Arial"/>
                <w:sz w:val="22"/>
                <w:szCs w:val="22"/>
              </w:rPr>
              <w:t>May 2027 – June 2027 (SoP)</w:t>
            </w:r>
          </w:p>
        </w:tc>
        <w:tc>
          <w:tcPr>
            <w:tcW w:w="3360" w:type="dxa"/>
            <w:tcBorders>
              <w:top w:val="single" w:sz="1" w:space="0" w:color="CCCCCC"/>
              <w:left w:val="single" w:sz="1" w:space="0" w:color="CCCCCC"/>
              <w:bottom w:val="single" w:sz="1" w:space="0" w:color="CCCCCC"/>
              <w:right w:val="single" w:sz="1" w:space="0" w:color="CCCCCC"/>
            </w:tcBorders>
            <w:shd w:val="clear" w:color="auto" w:fill="FCE4D6"/>
            <w:tcMar>
              <w:top w:w="80" w:type="dxa"/>
              <w:left w:w="140" w:type="dxa"/>
              <w:bottom w:w="80" w:type="dxa"/>
              <w:right w:w="140" w:type="dxa"/>
            </w:tcMar>
            <w:vAlign w:val="center"/>
          </w:tcPr>
          <w:p w14:paraId="52976EA8" w14:textId="77777777" w:rsidR="003852AC" w:rsidRPr="007F00C4" w:rsidRDefault="003852AC" w:rsidP="00F6738B">
            <w:pPr>
              <w:rPr>
                <w:sz w:val="22"/>
                <w:szCs w:val="22"/>
              </w:rPr>
            </w:pPr>
            <w:r>
              <w:rPr>
                <w:rFonts w:ascii="Arial" w:eastAsia="Arial" w:hAnsi="Arial" w:cs="Arial"/>
                <w:sz w:val="22"/>
                <w:szCs w:val="22"/>
              </w:rPr>
              <w:t>• Full system acceptance testing (all 100 systems)</w:t>
            </w:r>
          </w:p>
          <w:p w14:paraId="167D0E08" w14:textId="77777777" w:rsidR="003852AC" w:rsidRPr="007F00C4" w:rsidRDefault="003852AC" w:rsidP="00F6738B">
            <w:pPr>
              <w:rPr>
                <w:sz w:val="22"/>
                <w:szCs w:val="22"/>
              </w:rPr>
            </w:pPr>
            <w:r>
              <w:rPr>
                <w:rFonts w:ascii="Arial" w:eastAsia="Arial" w:hAnsi="Arial" w:cs="Arial"/>
                <w:sz w:val="22"/>
                <w:szCs w:val="22"/>
              </w:rPr>
              <w:t>• Live OEE dashboard operational for public presentation</w:t>
            </w:r>
          </w:p>
          <w:p w14:paraId="56900B11" w14:textId="77777777" w:rsidR="003852AC" w:rsidRPr="007F00C4" w:rsidRDefault="003852AC" w:rsidP="00F6738B">
            <w:pPr>
              <w:rPr>
                <w:sz w:val="22"/>
                <w:szCs w:val="22"/>
              </w:rPr>
            </w:pPr>
            <w:r>
              <w:rPr>
                <w:rFonts w:ascii="Arial" w:eastAsia="Arial" w:hAnsi="Arial" w:cs="Arial"/>
                <w:sz w:val="22"/>
                <w:szCs w:val="22"/>
              </w:rPr>
              <w:t>• Staff training complete; operational handover to DB FZI</w:t>
            </w:r>
          </w:p>
          <w:p w14:paraId="6F0573EC" w14:textId="77777777" w:rsidR="003852AC" w:rsidRPr="007F00C4" w:rsidRDefault="003852AC" w:rsidP="00F6738B">
            <w:pPr>
              <w:rPr>
                <w:sz w:val="22"/>
                <w:szCs w:val="22"/>
              </w:rPr>
            </w:pPr>
            <w:r>
              <w:rPr>
                <w:rFonts w:ascii="Arial" w:eastAsia="Arial" w:hAnsi="Arial" w:cs="Arial"/>
                <w:sz w:val="22"/>
                <w:szCs w:val="22"/>
              </w:rPr>
              <w:t>• Blueprint v2 (cross-plant rollout guide) published</w:t>
            </w:r>
          </w:p>
        </w:tc>
        <w:tc>
          <w:tcPr>
            <w:tcW w:w="2000" w:type="dxa"/>
            <w:tcBorders>
              <w:top w:val="single" w:sz="1" w:space="0" w:color="CCCCCC"/>
              <w:left w:val="single" w:sz="1" w:space="0" w:color="CCCCCC"/>
              <w:bottom w:val="single" w:sz="1" w:space="0" w:color="CCCCCC"/>
              <w:right w:val="single" w:sz="1" w:space="0" w:color="CCCCCC"/>
            </w:tcBorders>
            <w:shd w:val="clear" w:color="auto" w:fill="FCE4D6"/>
            <w:tcMar>
              <w:top w:w="80" w:type="dxa"/>
              <w:left w:w="140" w:type="dxa"/>
              <w:bottom w:w="80" w:type="dxa"/>
              <w:right w:w="140" w:type="dxa"/>
            </w:tcMar>
            <w:vAlign w:val="center"/>
          </w:tcPr>
          <w:p w14:paraId="3F3D2264" w14:textId="77777777" w:rsidR="003852AC" w:rsidRPr="007F00C4" w:rsidRDefault="003852AC" w:rsidP="00F6738B">
            <w:pPr>
              <w:rPr>
                <w:sz w:val="22"/>
                <w:szCs w:val="22"/>
              </w:rPr>
            </w:pPr>
            <w:r>
              <w:rPr>
                <w:rFonts w:ascii="Arial" w:eastAsia="Arial" w:hAnsi="Arial" w:cs="Arial"/>
                <w:sz w:val="22"/>
                <w:szCs w:val="22"/>
              </w:rPr>
              <w:t>Acceptance test suite, KPI dashboard, Lessons Learned register</w:t>
            </w:r>
          </w:p>
        </w:tc>
      </w:tr>
    </w:tbl>
    <w:p w14:paraId="10852138" w14:textId="77777777" w:rsidR="00225A51" w:rsidRDefault="00225A51" w:rsidP="00225A51">
      <w:pPr>
        <w:spacing w:before="80" w:after="100"/>
      </w:pPr>
      <w:r>
        <w:rPr>
          <w:rFonts w:ascii="Arial" w:eastAsia="Arial" w:hAnsi="Arial" w:cs="Arial"/>
          <w:sz w:val="22"/>
          <w:szCs w:val="22"/>
        </w:rPr>
        <w:t>Note: 'Buffer weeks' of 4–6 weeks are embedded within each phase transition to absorb delays from construction sequencing or vendor interface issues without jeopardising the SoP date.</w:t>
      </w:r>
    </w:p>
    <w:p w14:paraId="031522A8" w14:textId="77777777" w:rsidR="003852AC" w:rsidRDefault="003852AC" w:rsidP="00EC3283"/>
    <w:p w14:paraId="7F028AD7" w14:textId="77777777" w:rsidR="003A2444" w:rsidRDefault="003A2444" w:rsidP="00AC12E8">
      <w:pPr>
        <w:pStyle w:val="Heading1"/>
        <w:spacing w:after="160"/>
        <w:rPr>
          <w:rFonts w:ascii="Arial" w:eastAsia="Arial" w:hAnsi="Arial" w:cs="Arial"/>
          <w:b/>
          <w:bCs/>
          <w:color w:val="1F4E79"/>
          <w:sz w:val="32"/>
          <w:szCs w:val="32"/>
        </w:rPr>
      </w:pPr>
    </w:p>
    <w:p w14:paraId="1D5FDEF3" w14:textId="10C5600D" w:rsidR="00AC12E8" w:rsidRDefault="00AC12E8" w:rsidP="00AC12E8">
      <w:pPr>
        <w:pStyle w:val="Heading1"/>
        <w:spacing w:after="160"/>
      </w:pPr>
      <w:r>
        <w:rPr>
          <w:rFonts w:ascii="Arial" w:eastAsia="Arial" w:hAnsi="Arial" w:cs="Arial"/>
          <w:b/>
          <w:bCs/>
          <w:color w:val="1F4E79"/>
          <w:sz w:val="32"/>
          <w:szCs w:val="32"/>
        </w:rPr>
        <w:t>Key Tools &amp; Methods</w:t>
      </w:r>
    </w:p>
    <w:p w14:paraId="1BCB8B20" w14:textId="77777777" w:rsidR="00A13859" w:rsidRDefault="00A13859" w:rsidP="00A13859">
      <w:pPr>
        <w:pStyle w:val="Heading2"/>
        <w:spacing w:before="280" w:after="120"/>
      </w:pPr>
      <w:r>
        <w:rPr>
          <w:rFonts w:ascii="Arial" w:eastAsia="Arial" w:hAnsi="Arial" w:cs="Arial"/>
          <w:b/>
          <w:bCs/>
          <w:color w:val="2E75B6"/>
          <w:sz w:val="26"/>
          <w:szCs w:val="26"/>
        </w:rPr>
        <w:t>Project Management &amp; Coordination Tools</w:t>
      </w:r>
    </w:p>
    <w:p w14:paraId="62103702" w14:textId="70A51FBA" w:rsidR="00AC57A5" w:rsidRDefault="00AC57A5" w:rsidP="00AC57A5">
      <w:pPr>
        <w:pStyle w:val="ListParagraph"/>
        <w:numPr>
          <w:ilvl w:val="0"/>
          <w:numId w:val="9"/>
        </w:numPr>
        <w:spacing w:before="60" w:after="60"/>
        <w:contextualSpacing w:val="0"/>
      </w:pPr>
      <w:r>
        <w:rPr>
          <w:rFonts w:ascii="Arial" w:eastAsia="Arial" w:hAnsi="Arial" w:cs="Arial"/>
          <w:b/>
          <w:bCs/>
          <w:sz w:val="22"/>
          <w:szCs w:val="22"/>
        </w:rPr>
        <w:t>MS Project / Jira:</w:t>
      </w:r>
      <w:r>
        <w:rPr>
          <w:rFonts w:ascii="Arial" w:eastAsia="Arial" w:hAnsi="Arial" w:cs="Arial"/>
          <w:sz w:val="22"/>
          <w:szCs w:val="22"/>
        </w:rPr>
        <w:t xml:space="preserve"> Master project plan tracking 100 system connections across all phases, with dependencies mapped to building section access dates. </w:t>
      </w:r>
    </w:p>
    <w:p w14:paraId="231B3F64" w14:textId="57D721A3" w:rsidR="00AC57A5" w:rsidRPr="00AC57A5" w:rsidRDefault="00AC57A5" w:rsidP="00AC57A5">
      <w:pPr>
        <w:pStyle w:val="ListParagraph"/>
        <w:numPr>
          <w:ilvl w:val="0"/>
          <w:numId w:val="9"/>
        </w:numPr>
        <w:spacing w:before="60" w:after="60"/>
        <w:contextualSpacing w:val="0"/>
      </w:pPr>
      <w:r>
        <w:rPr>
          <w:rFonts w:ascii="Arial" w:eastAsia="Arial" w:hAnsi="Arial" w:cs="Arial"/>
          <w:b/>
          <w:bCs/>
          <w:sz w:val="22"/>
          <w:szCs w:val="22"/>
        </w:rPr>
        <w:t>RACI Matrix:</w:t>
      </w:r>
      <w:r>
        <w:rPr>
          <w:rFonts w:ascii="Arial" w:eastAsia="Arial" w:hAnsi="Arial" w:cs="Arial"/>
          <w:sz w:val="22"/>
          <w:szCs w:val="22"/>
        </w:rPr>
        <w:t xml:space="preserve"> Defines clear responsibilities between DB FZI (technical requirements), DB Systel (IT delivery), and external vendors (system-specific interfaces). </w:t>
      </w:r>
    </w:p>
    <w:p w14:paraId="581398BB" w14:textId="77777777" w:rsidR="003A2444" w:rsidRPr="003A2444" w:rsidRDefault="00AC57A5" w:rsidP="00AC57A5">
      <w:pPr>
        <w:pStyle w:val="ListParagraph"/>
        <w:numPr>
          <w:ilvl w:val="0"/>
          <w:numId w:val="9"/>
        </w:numPr>
        <w:spacing w:before="60" w:after="60"/>
        <w:contextualSpacing w:val="0"/>
      </w:pPr>
      <w:r>
        <w:rPr>
          <w:rFonts w:ascii="Arial" w:eastAsia="Arial" w:hAnsi="Arial" w:cs="Arial"/>
          <w:b/>
          <w:bCs/>
          <w:sz w:val="22"/>
          <w:szCs w:val="22"/>
        </w:rPr>
        <w:t>Risk Register:</w:t>
      </w:r>
      <w:r>
        <w:rPr>
          <w:rFonts w:ascii="Arial" w:eastAsia="Arial" w:hAnsi="Arial" w:cs="Arial"/>
          <w:sz w:val="22"/>
          <w:szCs w:val="22"/>
        </w:rPr>
        <w:t xml:space="preserve"> Maintained from Phase 0 onwards, reviewed in bi-weekly steering meetings, and escalated to program</w:t>
      </w:r>
    </w:p>
    <w:p w14:paraId="675B95E0" w14:textId="046955F7" w:rsidR="00AC57A5" w:rsidRPr="00AC57A5" w:rsidRDefault="00AC57A5" w:rsidP="00AC57A5">
      <w:pPr>
        <w:pStyle w:val="ListParagraph"/>
        <w:numPr>
          <w:ilvl w:val="0"/>
          <w:numId w:val="9"/>
        </w:numPr>
        <w:spacing w:before="60" w:after="60"/>
        <w:contextualSpacing w:val="0"/>
      </w:pPr>
      <w:r>
        <w:rPr>
          <w:rFonts w:ascii="Arial" w:eastAsia="Arial" w:hAnsi="Arial" w:cs="Arial"/>
          <w:sz w:val="22"/>
          <w:szCs w:val="22"/>
        </w:rPr>
        <w:t xml:space="preserve">me level if red. </w:t>
      </w:r>
    </w:p>
    <w:p w14:paraId="3F919535" w14:textId="1963E084" w:rsidR="00AC57A5" w:rsidRPr="001300E7" w:rsidRDefault="00AC57A5" w:rsidP="00AC57A5">
      <w:pPr>
        <w:pStyle w:val="ListParagraph"/>
        <w:numPr>
          <w:ilvl w:val="0"/>
          <w:numId w:val="9"/>
        </w:numPr>
        <w:spacing w:before="60" w:after="60"/>
        <w:contextualSpacing w:val="0"/>
      </w:pPr>
      <w:r>
        <w:rPr>
          <w:rFonts w:ascii="Arial" w:eastAsia="Arial" w:hAnsi="Arial" w:cs="Arial"/>
          <w:b/>
          <w:bCs/>
          <w:sz w:val="22"/>
          <w:szCs w:val="22"/>
        </w:rPr>
        <w:t>Interface Catalogue:</w:t>
      </w:r>
      <w:r>
        <w:rPr>
          <w:rFonts w:ascii="Arial" w:eastAsia="Arial" w:hAnsi="Arial" w:cs="Arial"/>
          <w:sz w:val="22"/>
          <w:szCs w:val="22"/>
        </w:rPr>
        <w:t xml:space="preserve"> Living document capturing all 100 systems, their manufacturers, protocols (OPC-UA, Profinet, Modbus, proprietary), and connection status. </w:t>
      </w:r>
    </w:p>
    <w:p w14:paraId="7859179F" w14:textId="77777777" w:rsidR="001300E7" w:rsidRDefault="001300E7" w:rsidP="001300E7">
      <w:pPr>
        <w:spacing w:before="60" w:after="60"/>
      </w:pPr>
    </w:p>
    <w:p w14:paraId="096370BD" w14:textId="46E8BBE8" w:rsidR="001300E7" w:rsidRDefault="001300E7" w:rsidP="001300E7">
      <w:pPr>
        <w:spacing w:before="60" w:after="60"/>
        <w:rPr>
          <w:rFonts w:ascii="Arial" w:eastAsia="Arial" w:hAnsi="Arial" w:cs="Arial"/>
          <w:b/>
          <w:bCs/>
          <w:color w:val="2E75B6"/>
          <w:sz w:val="26"/>
          <w:szCs w:val="26"/>
        </w:rPr>
      </w:pPr>
      <w:r>
        <w:rPr>
          <w:rFonts w:ascii="Arial" w:eastAsia="Arial" w:hAnsi="Arial" w:cs="Arial"/>
          <w:b/>
          <w:bCs/>
          <w:color w:val="2E75B6"/>
          <w:sz w:val="26"/>
          <w:szCs w:val="26"/>
        </w:rPr>
        <w:t>Technical Infrastructure Tools</w:t>
      </w:r>
    </w:p>
    <w:p w14:paraId="1420815A" w14:textId="3F500F99" w:rsidR="00DF118B" w:rsidRPr="008D1ECC" w:rsidRDefault="008D1ECC" w:rsidP="008D1ECC">
      <w:pPr>
        <w:pStyle w:val="ListParagraph"/>
        <w:numPr>
          <w:ilvl w:val="0"/>
          <w:numId w:val="9"/>
        </w:numPr>
        <w:spacing w:before="60" w:after="60"/>
        <w:contextualSpacing w:val="0"/>
      </w:pPr>
      <w:r>
        <w:rPr>
          <w:rFonts w:ascii="Arial" w:eastAsia="Arial" w:hAnsi="Arial" w:cs="Arial"/>
          <w:b/>
          <w:bCs/>
          <w:sz w:val="22"/>
          <w:szCs w:val="22"/>
        </w:rPr>
        <w:t>IoT Middleware / Edge Gateways:</w:t>
      </w:r>
      <w:r>
        <w:rPr>
          <w:rFonts w:ascii="Arial" w:eastAsia="Arial" w:hAnsi="Arial" w:cs="Arial"/>
          <w:sz w:val="22"/>
          <w:szCs w:val="22"/>
        </w:rPr>
        <w:t xml:space="preserve"> Protocol-agnostic middleware (e.g., Azure IoT Hub, Siemens MindSphere, or open-source Node-RED) to handle heterogeneous interfaces without bespoke per-system development. </w:t>
      </w:r>
    </w:p>
    <w:p w14:paraId="57939A1A" w14:textId="396A51B3" w:rsidR="002260DD" w:rsidRDefault="008D1ECC" w:rsidP="002260DD">
      <w:pPr>
        <w:pStyle w:val="ListParagraph"/>
        <w:numPr>
          <w:ilvl w:val="0"/>
          <w:numId w:val="9"/>
        </w:numPr>
        <w:spacing w:before="60" w:after="60"/>
        <w:contextualSpacing w:val="0"/>
      </w:pPr>
      <w:r>
        <w:rPr>
          <w:rFonts w:ascii="Arial" w:eastAsia="Arial" w:hAnsi="Arial" w:cs="Arial"/>
          <w:b/>
          <w:bCs/>
          <w:sz w:val="22"/>
          <w:szCs w:val="22"/>
        </w:rPr>
        <w:t>OPC-UA Adapters:</w:t>
      </w:r>
      <w:r>
        <w:rPr>
          <w:rFonts w:ascii="Arial" w:eastAsia="Arial" w:hAnsi="Arial" w:cs="Arial"/>
          <w:sz w:val="22"/>
          <w:szCs w:val="22"/>
        </w:rPr>
        <w:t xml:space="preserve"> Standardised communication layer for compatible systems — reducing integration effort significantly when vendors support this protocol. </w:t>
      </w:r>
    </w:p>
    <w:p w14:paraId="548BB22F" w14:textId="6F73342D" w:rsidR="002260DD" w:rsidRDefault="008D1ECC" w:rsidP="002260DD">
      <w:pPr>
        <w:pStyle w:val="ListParagraph"/>
        <w:numPr>
          <w:ilvl w:val="0"/>
          <w:numId w:val="9"/>
        </w:numPr>
        <w:spacing w:before="60" w:after="60"/>
        <w:contextualSpacing w:val="0"/>
      </w:pPr>
      <w:r>
        <w:rPr>
          <w:rFonts w:ascii="Arial" w:eastAsia="Arial" w:hAnsi="Arial" w:cs="Arial"/>
          <w:b/>
          <w:bCs/>
          <w:sz w:val="22"/>
          <w:szCs w:val="22"/>
        </w:rPr>
        <w:t>OEE Dashboard (Grafana / Power BI):</w:t>
      </w:r>
      <w:r>
        <w:rPr>
          <w:rFonts w:ascii="Arial" w:eastAsia="Arial" w:hAnsi="Arial" w:cs="Arial"/>
          <w:sz w:val="22"/>
          <w:szCs w:val="22"/>
        </w:rPr>
        <w:t xml:space="preserve"> Real-time visualisation of machine availability, performance and quality. Live by Phase 1 for pilot systems; full plant view by SoP. </w:t>
      </w:r>
    </w:p>
    <w:p w14:paraId="23C441E0" w14:textId="53CCFC3B" w:rsidR="0043626F" w:rsidRPr="0043626F" w:rsidRDefault="0043626F" w:rsidP="0043626F">
      <w:pPr>
        <w:pStyle w:val="ListParagraph"/>
        <w:numPr>
          <w:ilvl w:val="0"/>
          <w:numId w:val="9"/>
        </w:numPr>
        <w:spacing w:before="60" w:after="60"/>
        <w:contextualSpacing w:val="0"/>
      </w:pPr>
      <w:r>
        <w:rPr>
          <w:rFonts w:ascii="Arial" w:eastAsia="Arial" w:hAnsi="Arial" w:cs="Arial"/>
          <w:b/>
          <w:bCs/>
          <w:sz w:val="22"/>
          <w:szCs w:val="22"/>
        </w:rPr>
        <w:t>MES / SAP-PM Connector:</w:t>
      </w:r>
      <w:r>
        <w:rPr>
          <w:rFonts w:ascii="Arial" w:eastAsia="Arial" w:hAnsi="Arial" w:cs="Arial"/>
          <w:sz w:val="22"/>
          <w:szCs w:val="22"/>
        </w:rPr>
        <w:t xml:space="preserve"> Integration layer between MDA data streams and existing maintenance management systems to enable workflow triggers and audit logging.</w:t>
      </w:r>
    </w:p>
    <w:p w14:paraId="6AD5A155" w14:textId="06130C1C" w:rsidR="006863BE" w:rsidRDefault="006863BE" w:rsidP="0043626F">
      <w:pPr>
        <w:spacing w:before="280" w:after="120"/>
      </w:pPr>
      <w:r>
        <w:rPr>
          <w:rFonts w:ascii="Arial" w:eastAsia="Arial" w:hAnsi="Arial" w:cs="Arial"/>
          <w:b/>
          <w:bCs/>
          <w:color w:val="2E75B6"/>
          <w:sz w:val="26"/>
          <w:szCs w:val="26"/>
        </w:rPr>
        <w:t>Milestone Tracking &amp; Reporting</w:t>
      </w:r>
    </w:p>
    <w:p w14:paraId="3152D1E5" w14:textId="77777777" w:rsidR="00E1365F" w:rsidRPr="008B1E7E" w:rsidRDefault="00E1365F" w:rsidP="00E1365F">
      <w:pPr>
        <w:pStyle w:val="ListParagraph"/>
        <w:numPr>
          <w:ilvl w:val="0"/>
          <w:numId w:val="9"/>
        </w:numPr>
        <w:spacing w:before="60" w:after="60"/>
        <w:contextualSpacing w:val="0"/>
      </w:pPr>
      <w:r>
        <w:rPr>
          <w:rFonts w:ascii="Arial" w:eastAsia="Arial" w:hAnsi="Arial" w:cs="Arial"/>
          <w:b/>
          <w:bCs/>
          <w:sz w:val="22"/>
          <w:szCs w:val="22"/>
        </w:rPr>
        <w:t xml:space="preserve">Monthly project health report across four dimensions: </w:t>
      </w:r>
      <w:r>
        <w:rPr>
          <w:rFonts w:ascii="Arial" w:eastAsia="Arial" w:hAnsi="Arial" w:cs="Arial"/>
          <w:sz w:val="22"/>
          <w:szCs w:val="22"/>
        </w:rPr>
        <w:t xml:space="preserve">technical progress (% systems connected), schedule adherence, budget consumption, and stakeholder status.KPI Dashboard: </w:t>
      </w:r>
    </w:p>
    <w:p w14:paraId="4770EE5B" w14:textId="4FE4E222" w:rsidR="00EF3DB6" w:rsidRPr="008B1E7E" w:rsidRDefault="008B1E7E" w:rsidP="008B1E7E">
      <w:pPr>
        <w:pStyle w:val="ListParagraph"/>
        <w:numPr>
          <w:ilvl w:val="0"/>
          <w:numId w:val="9"/>
        </w:numPr>
        <w:spacing w:before="60" w:after="60"/>
        <w:contextualSpacing w:val="0"/>
      </w:pPr>
      <w:r>
        <w:rPr>
          <w:rFonts w:ascii="Arial" w:eastAsia="Arial" w:hAnsi="Arial" w:cs="Arial"/>
          <w:b/>
          <w:bCs/>
          <w:sz w:val="22"/>
          <w:szCs w:val="22"/>
        </w:rPr>
        <w:t>Stage Gate Reviews:</w:t>
      </w:r>
      <w:r>
        <w:rPr>
          <w:rFonts w:ascii="Arial" w:eastAsia="Arial" w:hAnsi="Arial" w:cs="Arial"/>
          <w:sz w:val="22"/>
          <w:szCs w:val="22"/>
        </w:rPr>
        <w:t xml:space="preserve"> Formal go/no-go decision points at end of each phase, involving DB FZI project owner, DB Systel PM, and works council representative where data-related decisions are made.</w:t>
      </w:r>
    </w:p>
    <w:p w14:paraId="40FFB651" w14:textId="77777777" w:rsidR="008B1E7E" w:rsidRDefault="008B1E7E" w:rsidP="008B1E7E">
      <w:pPr>
        <w:spacing w:before="60" w:after="60"/>
      </w:pPr>
    </w:p>
    <w:p w14:paraId="29D60F95" w14:textId="1102AB9C" w:rsidR="00DF118B" w:rsidRDefault="00261202" w:rsidP="001300E7">
      <w:pPr>
        <w:spacing w:before="60" w:after="60"/>
        <w:rPr>
          <w:rFonts w:ascii="Arial" w:eastAsia="Arial" w:hAnsi="Arial" w:cs="Arial"/>
          <w:b/>
          <w:bCs/>
          <w:color w:val="2E75B6"/>
          <w:sz w:val="26"/>
          <w:szCs w:val="26"/>
        </w:rPr>
      </w:pPr>
      <w:r>
        <w:rPr>
          <w:rFonts w:ascii="Arial" w:eastAsia="Arial" w:hAnsi="Arial" w:cs="Arial"/>
          <w:b/>
          <w:bCs/>
          <w:color w:val="2E75B6"/>
          <w:sz w:val="26"/>
          <w:szCs w:val="26"/>
        </w:rPr>
        <w:t>MDA Blueprint</w:t>
      </w:r>
    </w:p>
    <w:p w14:paraId="6FB4AF1E" w14:textId="77777777" w:rsidR="00A83D69" w:rsidRDefault="00A83D69" w:rsidP="00A83D69">
      <w:pPr>
        <w:spacing w:before="80" w:after="100"/>
      </w:pPr>
      <w:r>
        <w:rPr>
          <w:rFonts w:ascii="Arial" w:eastAsia="Arial" w:hAnsi="Arial" w:cs="Arial"/>
          <w:sz w:val="22"/>
          <w:szCs w:val="22"/>
        </w:rPr>
        <w:t>Starting in Phase 1, the technical and organisational learnings from each system connection are documented in a structured 'Blueprint'. This covers:</w:t>
      </w:r>
    </w:p>
    <w:p w14:paraId="01AEF795" w14:textId="77777777" w:rsidR="00A83D69" w:rsidRDefault="00A83D69" w:rsidP="00A83D69">
      <w:pPr>
        <w:pStyle w:val="ListParagraph"/>
        <w:numPr>
          <w:ilvl w:val="0"/>
          <w:numId w:val="9"/>
        </w:numPr>
        <w:spacing w:before="60" w:after="60"/>
        <w:contextualSpacing w:val="0"/>
      </w:pPr>
      <w:r>
        <w:rPr>
          <w:rFonts w:ascii="Arial" w:eastAsia="Arial" w:hAnsi="Arial" w:cs="Arial"/>
          <w:sz w:val="22"/>
          <w:szCs w:val="22"/>
        </w:rPr>
        <w:t>Interface connector specifications per protocol type (reusable across plants)</w:t>
      </w:r>
    </w:p>
    <w:p w14:paraId="305CAEFA" w14:textId="77777777" w:rsidR="00A83D69" w:rsidRDefault="00A83D69" w:rsidP="00A83D69">
      <w:pPr>
        <w:pStyle w:val="ListParagraph"/>
        <w:numPr>
          <w:ilvl w:val="0"/>
          <w:numId w:val="9"/>
        </w:numPr>
        <w:spacing w:before="60" w:after="60"/>
        <w:contextualSpacing w:val="0"/>
      </w:pPr>
      <w:r>
        <w:rPr>
          <w:rFonts w:ascii="Arial" w:eastAsia="Arial" w:hAnsi="Arial" w:cs="Arial"/>
          <w:sz w:val="22"/>
          <w:szCs w:val="22"/>
        </w:rPr>
        <w:t>Data model standards for consistent KPI calculation (OEE, availability, energy)</w:t>
      </w:r>
    </w:p>
    <w:p w14:paraId="6EB167DD" w14:textId="77777777" w:rsidR="00A83D69" w:rsidRDefault="00A83D69" w:rsidP="00A83D69">
      <w:pPr>
        <w:pStyle w:val="ListParagraph"/>
        <w:numPr>
          <w:ilvl w:val="0"/>
          <w:numId w:val="9"/>
        </w:numPr>
        <w:spacing w:before="60" w:after="60"/>
        <w:contextualSpacing w:val="0"/>
      </w:pPr>
      <w:r>
        <w:rPr>
          <w:rFonts w:ascii="Arial" w:eastAsia="Arial" w:hAnsi="Arial" w:cs="Arial"/>
          <w:sz w:val="22"/>
          <w:szCs w:val="22"/>
        </w:rPr>
        <w:t>Vendor negotiation templates (standard MDA clauses in procurement contracts)</w:t>
      </w:r>
    </w:p>
    <w:p w14:paraId="26EA7F39" w14:textId="77777777" w:rsidR="00A83D69" w:rsidRDefault="00A83D69" w:rsidP="00A83D69">
      <w:pPr>
        <w:pStyle w:val="ListParagraph"/>
        <w:numPr>
          <w:ilvl w:val="0"/>
          <w:numId w:val="9"/>
        </w:numPr>
        <w:spacing w:before="60" w:after="60"/>
        <w:contextualSpacing w:val="0"/>
      </w:pPr>
      <w:r>
        <w:rPr>
          <w:rFonts w:ascii="Arial" w:eastAsia="Arial" w:hAnsi="Arial" w:cs="Arial"/>
          <w:sz w:val="22"/>
          <w:szCs w:val="22"/>
        </w:rPr>
        <w:t>Works Council engagement checklist and communication templates</w:t>
      </w:r>
    </w:p>
    <w:p w14:paraId="0D1F83F4" w14:textId="77777777" w:rsidR="00A83D69" w:rsidRDefault="00A83D69" w:rsidP="00A83D69">
      <w:pPr>
        <w:spacing w:before="80" w:after="100"/>
      </w:pPr>
      <w:r>
        <w:rPr>
          <w:rFonts w:ascii="Arial" w:eastAsia="Arial" w:hAnsi="Arial" w:cs="Arial"/>
          <w:sz w:val="22"/>
          <w:szCs w:val="22"/>
        </w:rPr>
        <w:t>Blueprint v1 is completed after Phase 1 (end Q4 2026). Blueprint v2, incorporating all scale-up learnings, is published at SoP (June 2027) as the definitive cross-plant guide.</w:t>
      </w:r>
    </w:p>
    <w:p w14:paraId="0CE2B133" w14:textId="77777777" w:rsidR="00A83D69" w:rsidRPr="00AC57A5" w:rsidRDefault="00A83D69" w:rsidP="001300E7">
      <w:pPr>
        <w:spacing w:before="60" w:after="60"/>
      </w:pPr>
    </w:p>
    <w:p w14:paraId="6CCD5C6E" w14:textId="77777777" w:rsidR="00AC12E8" w:rsidRPr="0054269A" w:rsidRDefault="00AC12E8" w:rsidP="00EC3283"/>
    <w:sectPr w:rsidR="00AC12E8" w:rsidRPr="0054269A" w:rsidSect="0054269A">
      <w:pgSz w:w="11906" w:h="16838" w:code="9"/>
      <w:pgMar w:top="720" w:right="720" w:bottom="720" w:left="720" w:header="708" w:footer="708" w:gutter="0"/>
      <w:cols w:space="708"/>
      <w:docGrid w:linePitch="360"/>
    </w:sectPr>
  </w:body>
</w:document>
</file>

<file path=word/fontTable.xml><?xml version="1.0" encoding="utf-8"?>
<w:fonts xmlns:mc="http://schemas.openxmlformats.org/markup-compatibility/2006" xmlns:r="http://schemas.openxmlformats.org/officeDocument/2006/relationships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mc:Ignorable="w14 w15 w16se w16cid w16 w16cex w16sdtdh">
  <w:font w:name="Symbol">
    <w:panose1 w:val="05050102010706020507"/>
    <w:charset w:val="02"/>
    <w:family w:val="roman"/>
    <w:pitch w:val="variable"/>
    <w:sig w:usb0="00000000" w:usb1="10000000" w:usb2="00000000" w:usb3="00000000" w:csb0="80000000" w:csb1="00000000"/>
  </w:font>
  <w:font w:name="Times New Roman">
    <w:panose1 w:val="02020603050405020304"/>
    <w:charset w:val="00"/>
    <w:family w:val="roman"/>
    <w:pitch w:val="variable"/>
    <w:sig w:usb0="E0002EFF" w:usb1="C000785B" w:usb2="00000009" w:usb3="00000000" w:csb0="000001FF" w:csb1="00000000"/>
  </w:font>
  <w:font w:name="Courier New">
    <w:panose1 w:val="02070309020205020404"/>
    <w:charset w:val="00"/>
    <w:family w:val="modern"/>
    <w:pitch w:val="fixed"/>
    <w:sig w:usb0="E0002EFF" w:usb1="C0007843" w:usb2="00000009" w:usb3="00000000" w:csb0="000001FF" w:csb1="00000000"/>
  </w:font>
  <w:font w:name="Wingdings">
    <w:panose1 w:val="05000000000000000000"/>
    <w:charset w:val="02"/>
    <w:family w:val="auto"/>
    <w:pitch w:val="variable"/>
    <w:sig w:usb0="00000000" w:usb1="10000000" w:usb2="00000000" w:usb3="00000000" w:csb0="80000000" w:csb1="00000000"/>
  </w:font>
  <w:font w:name="Aptos">
    <w:charset w:val="00"/>
    <w:family w:val="swiss"/>
    <w:pitch w:val="variable"/>
    <w:sig w:usb0="20000287" w:usb1="00000003" w:usb2="00000000" w:usb3="00000000" w:csb0="0000019F" w:csb1="00000000"/>
  </w:font>
  <w:font w:name="Aptos Display">
    <w:charset w:val="00"/>
    <w:family w:val="swiss"/>
    <w:pitch w:val="variable"/>
    <w:sig w:usb0="20000287" w:usb1="00000003" w:usb2="00000000" w:usb3="00000000" w:csb0="0000019F" w:csb1="00000000"/>
  </w:font>
  <w:font w:name="Calibri">
    <w:panose1 w:val="020F0502020204030204"/>
    <w:charset w:val="00"/>
    <w:family w:val="swiss"/>
    <w:pitch w:val="variable"/>
    <w:sig w:usb0="E4002EFF" w:usb1="C200247B" w:usb2="00000009" w:usb3="00000000" w:csb0="000001FF" w:csb1="00000000"/>
  </w:font>
  <w:font w:name="Arial">
    <w:panose1 w:val="020B0604020202020204"/>
    <w:charset w:val="00"/>
    <w:family w:val="swiss"/>
    <w:pitch w:val="variable"/>
    <w:sig w:usb0="E0002EFF" w:usb1="C000785B" w:usb2="00000009" w:usb3="00000000" w:csb0="000001FF" w:csb1="00000000"/>
  </w:font>
</w:fonts>
</file>

<file path=word/numbering.xml><?xml version="1.0" encoding="utf-8"?>
<w:numbering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mc="http://schemas.openxmlformats.org/markup-compatibility/2006" xmlns:aink="http://schemas.microsoft.com/office/drawing/2016/ink" xmlns:am3d="http://schemas.microsoft.com/office/drawing/2017/model3d" xmlns:o="urn:schemas-microsoft-com:office:office" xmlns:oel="http://schemas.microsoft.com/office/2019/extlst" xmlns:r="http://schemas.openxmlformats.org/officeDocument/2006/relationships" xmlns:m="http://schemas.openxmlformats.org/officeDocument/2006/math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mc:Ignorable="w14 w15 w16se w16cid w16 w16cex w16sdtdh wp14">
  <w:abstractNum w:abstractNumId="0" w15:restartNumberingAfterBreak="0">
    <w:nsid w:val="04363981"/>
    <w:multiLevelType w:val="hybridMultilevel"/>
    <w:tmpl w:val="B33A4D7C"/>
    <w:lvl w:ilvl="0" w:tplc="40090001">
      <w:start w:val="1"/>
      <w:numFmt w:val="bullet"/>
      <w:lvlText w:val=""/>
      <w:lvlJc w:val="left"/>
      <w:pPr>
        <w:ind w:left="720" w:hanging="360"/>
      </w:pPr>
      <w:rPr>
        <w:rFonts w:ascii="Symbol" w:hAnsi="Symbol" w:hint="default"/>
      </w:rPr>
    </w:lvl>
    <w:lvl w:ilvl="1" w:tplc="40090003" w:tentative="1">
      <w:start w:val="1"/>
      <w:numFmt w:val="bullet"/>
      <w:lvlText w:val="o"/>
      <w:lvlJc w:val="left"/>
      <w:pPr>
        <w:ind w:left="1440" w:hanging="360"/>
      </w:pPr>
      <w:rPr>
        <w:rFonts w:ascii="Courier New" w:hAnsi="Courier New" w:cs="Courier New" w:hint="default"/>
      </w:rPr>
    </w:lvl>
    <w:lvl w:ilvl="2" w:tplc="40090005" w:tentative="1">
      <w:start w:val="1"/>
      <w:numFmt w:val="bullet"/>
      <w:lvlText w:val=""/>
      <w:lvlJc w:val="left"/>
      <w:pPr>
        <w:ind w:left="2160" w:hanging="360"/>
      </w:pPr>
      <w:rPr>
        <w:rFonts w:ascii="Wingdings" w:hAnsi="Wingdings" w:hint="default"/>
      </w:rPr>
    </w:lvl>
    <w:lvl w:ilvl="3" w:tplc="40090001" w:tentative="1">
      <w:start w:val="1"/>
      <w:numFmt w:val="bullet"/>
      <w:lvlText w:val=""/>
      <w:lvlJc w:val="left"/>
      <w:pPr>
        <w:ind w:left="2880" w:hanging="360"/>
      </w:pPr>
      <w:rPr>
        <w:rFonts w:ascii="Symbol" w:hAnsi="Symbol" w:hint="default"/>
      </w:rPr>
    </w:lvl>
    <w:lvl w:ilvl="4" w:tplc="40090003" w:tentative="1">
      <w:start w:val="1"/>
      <w:numFmt w:val="bullet"/>
      <w:lvlText w:val="o"/>
      <w:lvlJc w:val="left"/>
      <w:pPr>
        <w:ind w:left="3600" w:hanging="360"/>
      </w:pPr>
      <w:rPr>
        <w:rFonts w:ascii="Courier New" w:hAnsi="Courier New" w:cs="Courier New" w:hint="default"/>
      </w:rPr>
    </w:lvl>
    <w:lvl w:ilvl="5" w:tplc="40090005" w:tentative="1">
      <w:start w:val="1"/>
      <w:numFmt w:val="bullet"/>
      <w:lvlText w:val=""/>
      <w:lvlJc w:val="left"/>
      <w:pPr>
        <w:ind w:left="4320" w:hanging="360"/>
      </w:pPr>
      <w:rPr>
        <w:rFonts w:ascii="Wingdings" w:hAnsi="Wingdings" w:hint="default"/>
      </w:rPr>
    </w:lvl>
    <w:lvl w:ilvl="6" w:tplc="40090001" w:tentative="1">
      <w:start w:val="1"/>
      <w:numFmt w:val="bullet"/>
      <w:lvlText w:val=""/>
      <w:lvlJc w:val="left"/>
      <w:pPr>
        <w:ind w:left="5040" w:hanging="360"/>
      </w:pPr>
      <w:rPr>
        <w:rFonts w:ascii="Symbol" w:hAnsi="Symbol" w:hint="default"/>
      </w:rPr>
    </w:lvl>
    <w:lvl w:ilvl="7" w:tplc="40090003" w:tentative="1">
      <w:start w:val="1"/>
      <w:numFmt w:val="bullet"/>
      <w:lvlText w:val="o"/>
      <w:lvlJc w:val="left"/>
      <w:pPr>
        <w:ind w:left="5760" w:hanging="360"/>
      </w:pPr>
      <w:rPr>
        <w:rFonts w:ascii="Courier New" w:hAnsi="Courier New" w:cs="Courier New" w:hint="default"/>
      </w:rPr>
    </w:lvl>
    <w:lvl w:ilvl="8" w:tplc="40090005" w:tentative="1">
      <w:start w:val="1"/>
      <w:numFmt w:val="bullet"/>
      <w:lvlText w:val=""/>
      <w:lvlJc w:val="left"/>
      <w:pPr>
        <w:ind w:left="6480" w:hanging="360"/>
      </w:pPr>
      <w:rPr>
        <w:rFonts w:ascii="Wingdings" w:hAnsi="Wingdings" w:hint="default"/>
      </w:rPr>
    </w:lvl>
  </w:abstractNum>
  <w:abstractNum w:abstractNumId="1" w15:restartNumberingAfterBreak="0">
    <w:nsid w:val="2A3A3F6C"/>
    <w:multiLevelType w:val="hybridMultilevel"/>
    <w:tmpl w:val="C1F2F6F0"/>
    <w:lvl w:ilvl="0" w:tplc="40090001">
      <w:start w:val="1"/>
      <w:numFmt w:val="bullet"/>
      <w:lvlText w:val=""/>
      <w:lvlJc w:val="left"/>
      <w:pPr>
        <w:ind w:left="720" w:hanging="360"/>
      </w:pPr>
      <w:rPr>
        <w:rFonts w:ascii="Symbol" w:hAnsi="Symbol" w:hint="default"/>
      </w:rPr>
    </w:lvl>
    <w:lvl w:ilvl="1" w:tplc="40090003" w:tentative="1">
      <w:start w:val="1"/>
      <w:numFmt w:val="bullet"/>
      <w:lvlText w:val="o"/>
      <w:lvlJc w:val="left"/>
      <w:pPr>
        <w:ind w:left="1440" w:hanging="360"/>
      </w:pPr>
      <w:rPr>
        <w:rFonts w:ascii="Courier New" w:hAnsi="Courier New" w:cs="Courier New" w:hint="default"/>
      </w:rPr>
    </w:lvl>
    <w:lvl w:ilvl="2" w:tplc="40090005" w:tentative="1">
      <w:start w:val="1"/>
      <w:numFmt w:val="bullet"/>
      <w:lvlText w:val=""/>
      <w:lvlJc w:val="left"/>
      <w:pPr>
        <w:ind w:left="2160" w:hanging="360"/>
      </w:pPr>
      <w:rPr>
        <w:rFonts w:ascii="Wingdings" w:hAnsi="Wingdings" w:hint="default"/>
      </w:rPr>
    </w:lvl>
    <w:lvl w:ilvl="3" w:tplc="40090001" w:tentative="1">
      <w:start w:val="1"/>
      <w:numFmt w:val="bullet"/>
      <w:lvlText w:val=""/>
      <w:lvlJc w:val="left"/>
      <w:pPr>
        <w:ind w:left="2880" w:hanging="360"/>
      </w:pPr>
      <w:rPr>
        <w:rFonts w:ascii="Symbol" w:hAnsi="Symbol" w:hint="default"/>
      </w:rPr>
    </w:lvl>
    <w:lvl w:ilvl="4" w:tplc="40090003" w:tentative="1">
      <w:start w:val="1"/>
      <w:numFmt w:val="bullet"/>
      <w:lvlText w:val="o"/>
      <w:lvlJc w:val="left"/>
      <w:pPr>
        <w:ind w:left="3600" w:hanging="360"/>
      </w:pPr>
      <w:rPr>
        <w:rFonts w:ascii="Courier New" w:hAnsi="Courier New" w:cs="Courier New" w:hint="default"/>
      </w:rPr>
    </w:lvl>
    <w:lvl w:ilvl="5" w:tplc="40090005" w:tentative="1">
      <w:start w:val="1"/>
      <w:numFmt w:val="bullet"/>
      <w:lvlText w:val=""/>
      <w:lvlJc w:val="left"/>
      <w:pPr>
        <w:ind w:left="4320" w:hanging="360"/>
      </w:pPr>
      <w:rPr>
        <w:rFonts w:ascii="Wingdings" w:hAnsi="Wingdings" w:hint="default"/>
      </w:rPr>
    </w:lvl>
    <w:lvl w:ilvl="6" w:tplc="40090001" w:tentative="1">
      <w:start w:val="1"/>
      <w:numFmt w:val="bullet"/>
      <w:lvlText w:val=""/>
      <w:lvlJc w:val="left"/>
      <w:pPr>
        <w:ind w:left="5040" w:hanging="360"/>
      </w:pPr>
      <w:rPr>
        <w:rFonts w:ascii="Symbol" w:hAnsi="Symbol" w:hint="default"/>
      </w:rPr>
    </w:lvl>
    <w:lvl w:ilvl="7" w:tplc="40090003" w:tentative="1">
      <w:start w:val="1"/>
      <w:numFmt w:val="bullet"/>
      <w:lvlText w:val="o"/>
      <w:lvlJc w:val="left"/>
      <w:pPr>
        <w:ind w:left="5760" w:hanging="360"/>
      </w:pPr>
      <w:rPr>
        <w:rFonts w:ascii="Courier New" w:hAnsi="Courier New" w:cs="Courier New" w:hint="default"/>
      </w:rPr>
    </w:lvl>
    <w:lvl w:ilvl="8" w:tplc="40090005" w:tentative="1">
      <w:start w:val="1"/>
      <w:numFmt w:val="bullet"/>
      <w:lvlText w:val=""/>
      <w:lvlJc w:val="left"/>
      <w:pPr>
        <w:ind w:left="6480" w:hanging="360"/>
      </w:pPr>
      <w:rPr>
        <w:rFonts w:ascii="Wingdings" w:hAnsi="Wingdings" w:hint="default"/>
      </w:rPr>
    </w:lvl>
  </w:abstractNum>
  <w:abstractNum w:abstractNumId="2" w15:restartNumberingAfterBreak="0">
    <w:nsid w:val="42B84C5A"/>
    <w:multiLevelType w:val="hybridMultilevel"/>
    <w:tmpl w:val="BC3A927A"/>
    <w:lvl w:ilvl="0" w:tplc="40090001">
      <w:start w:val="1"/>
      <w:numFmt w:val="bullet"/>
      <w:lvlText w:val=""/>
      <w:lvlJc w:val="left"/>
      <w:pPr>
        <w:ind w:left="720" w:hanging="360"/>
      </w:pPr>
      <w:rPr>
        <w:rFonts w:ascii="Symbol" w:hAnsi="Symbol" w:hint="default"/>
      </w:rPr>
    </w:lvl>
    <w:lvl w:ilvl="1" w:tplc="40090003" w:tentative="1">
      <w:start w:val="1"/>
      <w:numFmt w:val="bullet"/>
      <w:lvlText w:val="o"/>
      <w:lvlJc w:val="left"/>
      <w:pPr>
        <w:ind w:left="1440" w:hanging="360"/>
      </w:pPr>
      <w:rPr>
        <w:rFonts w:ascii="Courier New" w:hAnsi="Courier New" w:cs="Courier New" w:hint="default"/>
      </w:rPr>
    </w:lvl>
    <w:lvl w:ilvl="2" w:tplc="40090005" w:tentative="1">
      <w:start w:val="1"/>
      <w:numFmt w:val="bullet"/>
      <w:lvlText w:val=""/>
      <w:lvlJc w:val="left"/>
      <w:pPr>
        <w:ind w:left="2160" w:hanging="360"/>
      </w:pPr>
      <w:rPr>
        <w:rFonts w:ascii="Wingdings" w:hAnsi="Wingdings" w:hint="default"/>
      </w:rPr>
    </w:lvl>
    <w:lvl w:ilvl="3" w:tplc="40090001" w:tentative="1">
      <w:start w:val="1"/>
      <w:numFmt w:val="bullet"/>
      <w:lvlText w:val=""/>
      <w:lvlJc w:val="left"/>
      <w:pPr>
        <w:ind w:left="2880" w:hanging="360"/>
      </w:pPr>
      <w:rPr>
        <w:rFonts w:ascii="Symbol" w:hAnsi="Symbol" w:hint="default"/>
      </w:rPr>
    </w:lvl>
    <w:lvl w:ilvl="4" w:tplc="40090003" w:tentative="1">
      <w:start w:val="1"/>
      <w:numFmt w:val="bullet"/>
      <w:lvlText w:val="o"/>
      <w:lvlJc w:val="left"/>
      <w:pPr>
        <w:ind w:left="3600" w:hanging="360"/>
      </w:pPr>
      <w:rPr>
        <w:rFonts w:ascii="Courier New" w:hAnsi="Courier New" w:cs="Courier New" w:hint="default"/>
      </w:rPr>
    </w:lvl>
    <w:lvl w:ilvl="5" w:tplc="40090005" w:tentative="1">
      <w:start w:val="1"/>
      <w:numFmt w:val="bullet"/>
      <w:lvlText w:val=""/>
      <w:lvlJc w:val="left"/>
      <w:pPr>
        <w:ind w:left="4320" w:hanging="360"/>
      </w:pPr>
      <w:rPr>
        <w:rFonts w:ascii="Wingdings" w:hAnsi="Wingdings" w:hint="default"/>
      </w:rPr>
    </w:lvl>
    <w:lvl w:ilvl="6" w:tplc="40090001" w:tentative="1">
      <w:start w:val="1"/>
      <w:numFmt w:val="bullet"/>
      <w:lvlText w:val=""/>
      <w:lvlJc w:val="left"/>
      <w:pPr>
        <w:ind w:left="5040" w:hanging="360"/>
      </w:pPr>
      <w:rPr>
        <w:rFonts w:ascii="Symbol" w:hAnsi="Symbol" w:hint="default"/>
      </w:rPr>
    </w:lvl>
    <w:lvl w:ilvl="7" w:tplc="40090003" w:tentative="1">
      <w:start w:val="1"/>
      <w:numFmt w:val="bullet"/>
      <w:lvlText w:val="o"/>
      <w:lvlJc w:val="left"/>
      <w:pPr>
        <w:ind w:left="5760" w:hanging="360"/>
      </w:pPr>
      <w:rPr>
        <w:rFonts w:ascii="Courier New" w:hAnsi="Courier New" w:cs="Courier New" w:hint="default"/>
      </w:rPr>
    </w:lvl>
    <w:lvl w:ilvl="8" w:tplc="40090005" w:tentative="1">
      <w:start w:val="1"/>
      <w:numFmt w:val="bullet"/>
      <w:lvlText w:val=""/>
      <w:lvlJc w:val="left"/>
      <w:pPr>
        <w:ind w:left="6480" w:hanging="360"/>
      </w:pPr>
      <w:rPr>
        <w:rFonts w:ascii="Wingdings" w:hAnsi="Wingdings" w:hint="default"/>
      </w:rPr>
    </w:lvl>
  </w:abstractNum>
  <w:abstractNum w:abstractNumId="3" w15:restartNumberingAfterBreak="0">
    <w:nsid w:val="4760666A"/>
    <w:multiLevelType w:val="hybridMultilevel"/>
    <w:tmpl w:val="60F64CB0"/>
    <w:lvl w:ilvl="0" w:tplc="40090001">
      <w:start w:val="1"/>
      <w:numFmt w:val="bullet"/>
      <w:lvlText w:val=""/>
      <w:lvlJc w:val="left"/>
      <w:pPr>
        <w:ind w:left="720" w:hanging="360"/>
      </w:pPr>
      <w:rPr>
        <w:rFonts w:ascii="Symbol" w:hAnsi="Symbol" w:hint="default"/>
      </w:rPr>
    </w:lvl>
    <w:lvl w:ilvl="1" w:tplc="40090003" w:tentative="1">
      <w:start w:val="1"/>
      <w:numFmt w:val="bullet"/>
      <w:lvlText w:val="o"/>
      <w:lvlJc w:val="left"/>
      <w:pPr>
        <w:ind w:left="1440" w:hanging="360"/>
      </w:pPr>
      <w:rPr>
        <w:rFonts w:ascii="Courier New" w:hAnsi="Courier New" w:cs="Courier New" w:hint="default"/>
      </w:rPr>
    </w:lvl>
    <w:lvl w:ilvl="2" w:tplc="40090005" w:tentative="1">
      <w:start w:val="1"/>
      <w:numFmt w:val="bullet"/>
      <w:lvlText w:val=""/>
      <w:lvlJc w:val="left"/>
      <w:pPr>
        <w:ind w:left="2160" w:hanging="360"/>
      </w:pPr>
      <w:rPr>
        <w:rFonts w:ascii="Wingdings" w:hAnsi="Wingdings" w:hint="default"/>
      </w:rPr>
    </w:lvl>
    <w:lvl w:ilvl="3" w:tplc="40090001" w:tentative="1">
      <w:start w:val="1"/>
      <w:numFmt w:val="bullet"/>
      <w:lvlText w:val=""/>
      <w:lvlJc w:val="left"/>
      <w:pPr>
        <w:ind w:left="2880" w:hanging="360"/>
      </w:pPr>
      <w:rPr>
        <w:rFonts w:ascii="Symbol" w:hAnsi="Symbol" w:hint="default"/>
      </w:rPr>
    </w:lvl>
    <w:lvl w:ilvl="4" w:tplc="40090003" w:tentative="1">
      <w:start w:val="1"/>
      <w:numFmt w:val="bullet"/>
      <w:lvlText w:val="o"/>
      <w:lvlJc w:val="left"/>
      <w:pPr>
        <w:ind w:left="3600" w:hanging="360"/>
      </w:pPr>
      <w:rPr>
        <w:rFonts w:ascii="Courier New" w:hAnsi="Courier New" w:cs="Courier New" w:hint="default"/>
      </w:rPr>
    </w:lvl>
    <w:lvl w:ilvl="5" w:tplc="40090005" w:tentative="1">
      <w:start w:val="1"/>
      <w:numFmt w:val="bullet"/>
      <w:lvlText w:val=""/>
      <w:lvlJc w:val="left"/>
      <w:pPr>
        <w:ind w:left="4320" w:hanging="360"/>
      </w:pPr>
      <w:rPr>
        <w:rFonts w:ascii="Wingdings" w:hAnsi="Wingdings" w:hint="default"/>
      </w:rPr>
    </w:lvl>
    <w:lvl w:ilvl="6" w:tplc="40090001" w:tentative="1">
      <w:start w:val="1"/>
      <w:numFmt w:val="bullet"/>
      <w:lvlText w:val=""/>
      <w:lvlJc w:val="left"/>
      <w:pPr>
        <w:ind w:left="5040" w:hanging="360"/>
      </w:pPr>
      <w:rPr>
        <w:rFonts w:ascii="Symbol" w:hAnsi="Symbol" w:hint="default"/>
      </w:rPr>
    </w:lvl>
    <w:lvl w:ilvl="7" w:tplc="40090003" w:tentative="1">
      <w:start w:val="1"/>
      <w:numFmt w:val="bullet"/>
      <w:lvlText w:val="o"/>
      <w:lvlJc w:val="left"/>
      <w:pPr>
        <w:ind w:left="5760" w:hanging="360"/>
      </w:pPr>
      <w:rPr>
        <w:rFonts w:ascii="Courier New" w:hAnsi="Courier New" w:cs="Courier New" w:hint="default"/>
      </w:rPr>
    </w:lvl>
    <w:lvl w:ilvl="8" w:tplc="40090005" w:tentative="1">
      <w:start w:val="1"/>
      <w:numFmt w:val="bullet"/>
      <w:lvlText w:val=""/>
      <w:lvlJc w:val="left"/>
      <w:pPr>
        <w:ind w:left="6480" w:hanging="360"/>
      </w:pPr>
      <w:rPr>
        <w:rFonts w:ascii="Wingdings" w:hAnsi="Wingdings" w:hint="default"/>
      </w:rPr>
    </w:lvl>
  </w:abstractNum>
  <w:abstractNum w:abstractNumId="4" w15:restartNumberingAfterBreak="0">
    <w:nsid w:val="6C665429"/>
    <w:multiLevelType w:val="hybridMultilevel"/>
    <w:tmpl w:val="C0F4EDA0"/>
    <w:lvl w:ilvl="0" w:tplc="40090001">
      <w:start w:val="1"/>
      <w:numFmt w:val="bullet"/>
      <w:lvlText w:val=""/>
      <w:lvlJc w:val="left"/>
      <w:pPr>
        <w:ind w:left="720" w:hanging="360"/>
      </w:pPr>
      <w:rPr>
        <w:rFonts w:ascii="Symbol" w:hAnsi="Symbol" w:hint="default"/>
      </w:rPr>
    </w:lvl>
    <w:lvl w:ilvl="1" w:tplc="40090003" w:tentative="1">
      <w:start w:val="1"/>
      <w:numFmt w:val="bullet"/>
      <w:lvlText w:val="o"/>
      <w:lvlJc w:val="left"/>
      <w:pPr>
        <w:ind w:left="1440" w:hanging="360"/>
      </w:pPr>
      <w:rPr>
        <w:rFonts w:ascii="Courier New" w:hAnsi="Courier New" w:cs="Courier New" w:hint="default"/>
      </w:rPr>
    </w:lvl>
    <w:lvl w:ilvl="2" w:tplc="40090005" w:tentative="1">
      <w:start w:val="1"/>
      <w:numFmt w:val="bullet"/>
      <w:lvlText w:val=""/>
      <w:lvlJc w:val="left"/>
      <w:pPr>
        <w:ind w:left="2160" w:hanging="360"/>
      </w:pPr>
      <w:rPr>
        <w:rFonts w:ascii="Wingdings" w:hAnsi="Wingdings" w:hint="default"/>
      </w:rPr>
    </w:lvl>
    <w:lvl w:ilvl="3" w:tplc="40090001" w:tentative="1">
      <w:start w:val="1"/>
      <w:numFmt w:val="bullet"/>
      <w:lvlText w:val=""/>
      <w:lvlJc w:val="left"/>
      <w:pPr>
        <w:ind w:left="2880" w:hanging="360"/>
      </w:pPr>
      <w:rPr>
        <w:rFonts w:ascii="Symbol" w:hAnsi="Symbol" w:hint="default"/>
      </w:rPr>
    </w:lvl>
    <w:lvl w:ilvl="4" w:tplc="40090003" w:tentative="1">
      <w:start w:val="1"/>
      <w:numFmt w:val="bullet"/>
      <w:lvlText w:val="o"/>
      <w:lvlJc w:val="left"/>
      <w:pPr>
        <w:ind w:left="3600" w:hanging="360"/>
      </w:pPr>
      <w:rPr>
        <w:rFonts w:ascii="Courier New" w:hAnsi="Courier New" w:cs="Courier New" w:hint="default"/>
      </w:rPr>
    </w:lvl>
    <w:lvl w:ilvl="5" w:tplc="40090005" w:tentative="1">
      <w:start w:val="1"/>
      <w:numFmt w:val="bullet"/>
      <w:lvlText w:val=""/>
      <w:lvlJc w:val="left"/>
      <w:pPr>
        <w:ind w:left="4320" w:hanging="360"/>
      </w:pPr>
      <w:rPr>
        <w:rFonts w:ascii="Wingdings" w:hAnsi="Wingdings" w:hint="default"/>
      </w:rPr>
    </w:lvl>
    <w:lvl w:ilvl="6" w:tplc="40090001" w:tentative="1">
      <w:start w:val="1"/>
      <w:numFmt w:val="bullet"/>
      <w:lvlText w:val=""/>
      <w:lvlJc w:val="left"/>
      <w:pPr>
        <w:ind w:left="5040" w:hanging="360"/>
      </w:pPr>
      <w:rPr>
        <w:rFonts w:ascii="Symbol" w:hAnsi="Symbol" w:hint="default"/>
      </w:rPr>
    </w:lvl>
    <w:lvl w:ilvl="7" w:tplc="40090003" w:tentative="1">
      <w:start w:val="1"/>
      <w:numFmt w:val="bullet"/>
      <w:lvlText w:val="o"/>
      <w:lvlJc w:val="left"/>
      <w:pPr>
        <w:ind w:left="5760" w:hanging="360"/>
      </w:pPr>
      <w:rPr>
        <w:rFonts w:ascii="Courier New" w:hAnsi="Courier New" w:cs="Courier New" w:hint="default"/>
      </w:rPr>
    </w:lvl>
    <w:lvl w:ilvl="8" w:tplc="40090005" w:tentative="1">
      <w:start w:val="1"/>
      <w:numFmt w:val="bullet"/>
      <w:lvlText w:val=""/>
      <w:lvlJc w:val="left"/>
      <w:pPr>
        <w:ind w:left="6480" w:hanging="360"/>
      </w:pPr>
      <w:rPr>
        <w:rFonts w:ascii="Wingdings" w:hAnsi="Wingdings" w:hint="default"/>
      </w:rPr>
    </w:lvl>
  </w:abstractNum>
  <w:abstractNum w:abstractNumId="5" w15:restartNumberingAfterBreak="0">
    <w:nsid w:val="6D116BFF"/>
    <w:multiLevelType w:val="hybridMultilevel"/>
    <w:tmpl w:val="AF44434E"/>
    <w:lvl w:ilvl="0" w:tplc="40090001">
      <w:start w:val="1"/>
      <w:numFmt w:val="bullet"/>
      <w:lvlText w:val=""/>
      <w:lvlJc w:val="left"/>
      <w:pPr>
        <w:ind w:left="720" w:hanging="360"/>
      </w:pPr>
      <w:rPr>
        <w:rFonts w:ascii="Symbol" w:hAnsi="Symbol" w:hint="default"/>
      </w:rPr>
    </w:lvl>
    <w:lvl w:ilvl="1" w:tplc="40090003" w:tentative="1">
      <w:start w:val="1"/>
      <w:numFmt w:val="bullet"/>
      <w:lvlText w:val="o"/>
      <w:lvlJc w:val="left"/>
      <w:pPr>
        <w:ind w:left="1440" w:hanging="360"/>
      </w:pPr>
      <w:rPr>
        <w:rFonts w:ascii="Courier New" w:hAnsi="Courier New" w:cs="Courier New" w:hint="default"/>
      </w:rPr>
    </w:lvl>
    <w:lvl w:ilvl="2" w:tplc="40090005" w:tentative="1">
      <w:start w:val="1"/>
      <w:numFmt w:val="bullet"/>
      <w:lvlText w:val=""/>
      <w:lvlJc w:val="left"/>
      <w:pPr>
        <w:ind w:left="2160" w:hanging="360"/>
      </w:pPr>
      <w:rPr>
        <w:rFonts w:ascii="Wingdings" w:hAnsi="Wingdings" w:hint="default"/>
      </w:rPr>
    </w:lvl>
    <w:lvl w:ilvl="3" w:tplc="40090001" w:tentative="1">
      <w:start w:val="1"/>
      <w:numFmt w:val="bullet"/>
      <w:lvlText w:val=""/>
      <w:lvlJc w:val="left"/>
      <w:pPr>
        <w:ind w:left="2880" w:hanging="360"/>
      </w:pPr>
      <w:rPr>
        <w:rFonts w:ascii="Symbol" w:hAnsi="Symbol" w:hint="default"/>
      </w:rPr>
    </w:lvl>
    <w:lvl w:ilvl="4" w:tplc="40090003" w:tentative="1">
      <w:start w:val="1"/>
      <w:numFmt w:val="bullet"/>
      <w:lvlText w:val="o"/>
      <w:lvlJc w:val="left"/>
      <w:pPr>
        <w:ind w:left="3600" w:hanging="360"/>
      </w:pPr>
      <w:rPr>
        <w:rFonts w:ascii="Courier New" w:hAnsi="Courier New" w:cs="Courier New" w:hint="default"/>
      </w:rPr>
    </w:lvl>
    <w:lvl w:ilvl="5" w:tplc="40090005" w:tentative="1">
      <w:start w:val="1"/>
      <w:numFmt w:val="bullet"/>
      <w:lvlText w:val=""/>
      <w:lvlJc w:val="left"/>
      <w:pPr>
        <w:ind w:left="4320" w:hanging="360"/>
      </w:pPr>
      <w:rPr>
        <w:rFonts w:ascii="Wingdings" w:hAnsi="Wingdings" w:hint="default"/>
      </w:rPr>
    </w:lvl>
    <w:lvl w:ilvl="6" w:tplc="40090001" w:tentative="1">
      <w:start w:val="1"/>
      <w:numFmt w:val="bullet"/>
      <w:lvlText w:val=""/>
      <w:lvlJc w:val="left"/>
      <w:pPr>
        <w:ind w:left="5040" w:hanging="360"/>
      </w:pPr>
      <w:rPr>
        <w:rFonts w:ascii="Symbol" w:hAnsi="Symbol" w:hint="default"/>
      </w:rPr>
    </w:lvl>
    <w:lvl w:ilvl="7" w:tplc="40090003" w:tentative="1">
      <w:start w:val="1"/>
      <w:numFmt w:val="bullet"/>
      <w:lvlText w:val="o"/>
      <w:lvlJc w:val="left"/>
      <w:pPr>
        <w:ind w:left="5760" w:hanging="360"/>
      </w:pPr>
      <w:rPr>
        <w:rFonts w:ascii="Courier New" w:hAnsi="Courier New" w:cs="Courier New" w:hint="default"/>
      </w:rPr>
    </w:lvl>
    <w:lvl w:ilvl="8" w:tplc="40090005" w:tentative="1">
      <w:start w:val="1"/>
      <w:numFmt w:val="bullet"/>
      <w:lvlText w:val=""/>
      <w:lvlJc w:val="left"/>
      <w:pPr>
        <w:ind w:left="6480" w:hanging="360"/>
      </w:pPr>
      <w:rPr>
        <w:rFonts w:ascii="Wingdings" w:hAnsi="Wingdings" w:hint="default"/>
      </w:rPr>
    </w:lvl>
  </w:abstractNum>
  <w:abstractNum w:abstractNumId="6" w15:restartNumberingAfterBreak="0">
    <w:nsid w:val="6E2B3D64"/>
    <w:multiLevelType w:val="hybridMultilevel"/>
    <w:tmpl w:val="DCE0F6EC"/>
    <w:lvl w:ilvl="0" w:tplc="40090001">
      <w:start w:val="1"/>
      <w:numFmt w:val="bullet"/>
      <w:lvlText w:val=""/>
      <w:lvlJc w:val="left"/>
      <w:pPr>
        <w:ind w:left="720" w:hanging="360"/>
      </w:pPr>
      <w:rPr>
        <w:rFonts w:ascii="Symbol" w:hAnsi="Symbol" w:hint="default"/>
      </w:rPr>
    </w:lvl>
    <w:lvl w:ilvl="1" w:tplc="40090003" w:tentative="1">
      <w:start w:val="1"/>
      <w:numFmt w:val="bullet"/>
      <w:lvlText w:val="o"/>
      <w:lvlJc w:val="left"/>
      <w:pPr>
        <w:ind w:left="1440" w:hanging="360"/>
      </w:pPr>
      <w:rPr>
        <w:rFonts w:ascii="Courier New" w:hAnsi="Courier New" w:cs="Courier New" w:hint="default"/>
      </w:rPr>
    </w:lvl>
    <w:lvl w:ilvl="2" w:tplc="40090005" w:tentative="1">
      <w:start w:val="1"/>
      <w:numFmt w:val="bullet"/>
      <w:lvlText w:val=""/>
      <w:lvlJc w:val="left"/>
      <w:pPr>
        <w:ind w:left="2160" w:hanging="360"/>
      </w:pPr>
      <w:rPr>
        <w:rFonts w:ascii="Wingdings" w:hAnsi="Wingdings" w:hint="default"/>
      </w:rPr>
    </w:lvl>
    <w:lvl w:ilvl="3" w:tplc="40090001" w:tentative="1">
      <w:start w:val="1"/>
      <w:numFmt w:val="bullet"/>
      <w:lvlText w:val=""/>
      <w:lvlJc w:val="left"/>
      <w:pPr>
        <w:ind w:left="2880" w:hanging="360"/>
      </w:pPr>
      <w:rPr>
        <w:rFonts w:ascii="Symbol" w:hAnsi="Symbol" w:hint="default"/>
      </w:rPr>
    </w:lvl>
    <w:lvl w:ilvl="4" w:tplc="40090003" w:tentative="1">
      <w:start w:val="1"/>
      <w:numFmt w:val="bullet"/>
      <w:lvlText w:val="o"/>
      <w:lvlJc w:val="left"/>
      <w:pPr>
        <w:ind w:left="3600" w:hanging="360"/>
      </w:pPr>
      <w:rPr>
        <w:rFonts w:ascii="Courier New" w:hAnsi="Courier New" w:cs="Courier New" w:hint="default"/>
      </w:rPr>
    </w:lvl>
    <w:lvl w:ilvl="5" w:tplc="40090005" w:tentative="1">
      <w:start w:val="1"/>
      <w:numFmt w:val="bullet"/>
      <w:lvlText w:val=""/>
      <w:lvlJc w:val="left"/>
      <w:pPr>
        <w:ind w:left="4320" w:hanging="360"/>
      </w:pPr>
      <w:rPr>
        <w:rFonts w:ascii="Wingdings" w:hAnsi="Wingdings" w:hint="default"/>
      </w:rPr>
    </w:lvl>
    <w:lvl w:ilvl="6" w:tplc="40090001" w:tentative="1">
      <w:start w:val="1"/>
      <w:numFmt w:val="bullet"/>
      <w:lvlText w:val=""/>
      <w:lvlJc w:val="left"/>
      <w:pPr>
        <w:ind w:left="5040" w:hanging="360"/>
      </w:pPr>
      <w:rPr>
        <w:rFonts w:ascii="Symbol" w:hAnsi="Symbol" w:hint="default"/>
      </w:rPr>
    </w:lvl>
    <w:lvl w:ilvl="7" w:tplc="40090003" w:tentative="1">
      <w:start w:val="1"/>
      <w:numFmt w:val="bullet"/>
      <w:lvlText w:val="o"/>
      <w:lvlJc w:val="left"/>
      <w:pPr>
        <w:ind w:left="5760" w:hanging="360"/>
      </w:pPr>
      <w:rPr>
        <w:rFonts w:ascii="Courier New" w:hAnsi="Courier New" w:cs="Courier New" w:hint="default"/>
      </w:rPr>
    </w:lvl>
    <w:lvl w:ilvl="8" w:tplc="40090005" w:tentative="1">
      <w:start w:val="1"/>
      <w:numFmt w:val="bullet"/>
      <w:lvlText w:val=""/>
      <w:lvlJc w:val="left"/>
      <w:pPr>
        <w:ind w:left="6480" w:hanging="360"/>
      </w:pPr>
      <w:rPr>
        <w:rFonts w:ascii="Wingdings" w:hAnsi="Wingdings" w:hint="default"/>
      </w:rPr>
    </w:lvl>
  </w:abstractNum>
  <w:abstractNum w:abstractNumId="7" w15:restartNumberingAfterBreak="0">
    <w:nsid w:val="74BE76A2"/>
    <w:multiLevelType w:val="hybridMultilevel"/>
    <w:tmpl w:val="F04E8AD6"/>
    <w:lvl w:ilvl="0" w:tplc="40090001">
      <w:start w:val="1"/>
      <w:numFmt w:val="bullet"/>
      <w:lvlText w:val=""/>
      <w:lvlJc w:val="left"/>
      <w:pPr>
        <w:ind w:left="720" w:hanging="360"/>
      </w:pPr>
      <w:rPr>
        <w:rFonts w:ascii="Symbol" w:hAnsi="Symbol" w:hint="default"/>
      </w:rPr>
    </w:lvl>
    <w:lvl w:ilvl="1" w:tplc="40090003" w:tentative="1">
      <w:start w:val="1"/>
      <w:numFmt w:val="bullet"/>
      <w:lvlText w:val="o"/>
      <w:lvlJc w:val="left"/>
      <w:pPr>
        <w:ind w:left="1440" w:hanging="360"/>
      </w:pPr>
      <w:rPr>
        <w:rFonts w:ascii="Courier New" w:hAnsi="Courier New" w:cs="Courier New" w:hint="default"/>
      </w:rPr>
    </w:lvl>
    <w:lvl w:ilvl="2" w:tplc="40090005" w:tentative="1">
      <w:start w:val="1"/>
      <w:numFmt w:val="bullet"/>
      <w:lvlText w:val=""/>
      <w:lvlJc w:val="left"/>
      <w:pPr>
        <w:ind w:left="2160" w:hanging="360"/>
      </w:pPr>
      <w:rPr>
        <w:rFonts w:ascii="Wingdings" w:hAnsi="Wingdings" w:hint="default"/>
      </w:rPr>
    </w:lvl>
    <w:lvl w:ilvl="3" w:tplc="40090001" w:tentative="1">
      <w:start w:val="1"/>
      <w:numFmt w:val="bullet"/>
      <w:lvlText w:val=""/>
      <w:lvlJc w:val="left"/>
      <w:pPr>
        <w:ind w:left="2880" w:hanging="360"/>
      </w:pPr>
      <w:rPr>
        <w:rFonts w:ascii="Symbol" w:hAnsi="Symbol" w:hint="default"/>
      </w:rPr>
    </w:lvl>
    <w:lvl w:ilvl="4" w:tplc="40090003" w:tentative="1">
      <w:start w:val="1"/>
      <w:numFmt w:val="bullet"/>
      <w:lvlText w:val="o"/>
      <w:lvlJc w:val="left"/>
      <w:pPr>
        <w:ind w:left="3600" w:hanging="360"/>
      </w:pPr>
      <w:rPr>
        <w:rFonts w:ascii="Courier New" w:hAnsi="Courier New" w:cs="Courier New" w:hint="default"/>
      </w:rPr>
    </w:lvl>
    <w:lvl w:ilvl="5" w:tplc="40090005" w:tentative="1">
      <w:start w:val="1"/>
      <w:numFmt w:val="bullet"/>
      <w:lvlText w:val=""/>
      <w:lvlJc w:val="left"/>
      <w:pPr>
        <w:ind w:left="4320" w:hanging="360"/>
      </w:pPr>
      <w:rPr>
        <w:rFonts w:ascii="Wingdings" w:hAnsi="Wingdings" w:hint="default"/>
      </w:rPr>
    </w:lvl>
    <w:lvl w:ilvl="6" w:tplc="40090001" w:tentative="1">
      <w:start w:val="1"/>
      <w:numFmt w:val="bullet"/>
      <w:lvlText w:val=""/>
      <w:lvlJc w:val="left"/>
      <w:pPr>
        <w:ind w:left="5040" w:hanging="360"/>
      </w:pPr>
      <w:rPr>
        <w:rFonts w:ascii="Symbol" w:hAnsi="Symbol" w:hint="default"/>
      </w:rPr>
    </w:lvl>
    <w:lvl w:ilvl="7" w:tplc="40090003" w:tentative="1">
      <w:start w:val="1"/>
      <w:numFmt w:val="bullet"/>
      <w:lvlText w:val="o"/>
      <w:lvlJc w:val="left"/>
      <w:pPr>
        <w:ind w:left="5760" w:hanging="360"/>
      </w:pPr>
      <w:rPr>
        <w:rFonts w:ascii="Courier New" w:hAnsi="Courier New" w:cs="Courier New" w:hint="default"/>
      </w:rPr>
    </w:lvl>
    <w:lvl w:ilvl="8" w:tplc="40090005" w:tentative="1">
      <w:start w:val="1"/>
      <w:numFmt w:val="bullet"/>
      <w:lvlText w:val=""/>
      <w:lvlJc w:val="left"/>
      <w:pPr>
        <w:ind w:left="6480" w:hanging="360"/>
      </w:pPr>
      <w:rPr>
        <w:rFonts w:ascii="Wingdings" w:hAnsi="Wingdings" w:hint="default"/>
      </w:rPr>
    </w:lvl>
  </w:abstractNum>
  <w:abstractNum w:abstractNumId="8" w15:restartNumberingAfterBreak="0">
    <w:nsid w:val="75505624"/>
    <w:multiLevelType w:val="hybridMultilevel"/>
    <w:tmpl w:val="EC343946"/>
    <w:lvl w:ilvl="0" w:tplc="7E062516">
      <w:start w:val="1"/>
      <w:numFmt w:val="bullet"/>
      <w:lvlText w:val="•"/>
      <w:lvlJc w:val="left"/>
      <w:pPr>
        <w:ind w:left="720" w:hanging="360"/>
      </w:pPr>
    </w:lvl>
    <w:lvl w:ilvl="1" w:tplc="37E6DEAA">
      <w:numFmt w:val="decimal"/>
      <w:lvlText w:val=""/>
      <w:lvlJc w:val="left"/>
    </w:lvl>
    <w:lvl w:ilvl="2" w:tplc="BA222788">
      <w:numFmt w:val="decimal"/>
      <w:lvlText w:val=""/>
      <w:lvlJc w:val="left"/>
    </w:lvl>
    <w:lvl w:ilvl="3" w:tplc="DE7481A8">
      <w:numFmt w:val="decimal"/>
      <w:lvlText w:val=""/>
      <w:lvlJc w:val="left"/>
    </w:lvl>
    <w:lvl w:ilvl="4" w:tplc="80444B0E">
      <w:numFmt w:val="decimal"/>
      <w:lvlText w:val=""/>
      <w:lvlJc w:val="left"/>
    </w:lvl>
    <w:lvl w:ilvl="5" w:tplc="D42880E4">
      <w:numFmt w:val="decimal"/>
      <w:lvlText w:val=""/>
      <w:lvlJc w:val="left"/>
    </w:lvl>
    <w:lvl w:ilvl="6" w:tplc="2B98DBCC">
      <w:numFmt w:val="decimal"/>
      <w:lvlText w:val=""/>
      <w:lvlJc w:val="left"/>
    </w:lvl>
    <w:lvl w:ilvl="7" w:tplc="D1C4F6D2">
      <w:numFmt w:val="decimal"/>
      <w:lvlText w:val=""/>
      <w:lvlJc w:val="left"/>
    </w:lvl>
    <w:lvl w:ilvl="8" w:tplc="96BE7A54">
      <w:numFmt w:val="decimal"/>
      <w:lvlText w:val=""/>
      <w:lvlJc w:val="left"/>
    </w:lvl>
  </w:abstractNum>
  <w:num w:numId="1" w16cid:durableId="1014262924">
    <w:abstractNumId w:val="0"/>
  </w:num>
  <w:num w:numId="2" w16cid:durableId="1309748285">
    <w:abstractNumId w:val="5"/>
  </w:num>
  <w:num w:numId="3" w16cid:durableId="442959497">
    <w:abstractNumId w:val="4"/>
  </w:num>
  <w:num w:numId="4" w16cid:durableId="1481728352">
    <w:abstractNumId w:val="7"/>
  </w:num>
  <w:num w:numId="5" w16cid:durableId="1683896879">
    <w:abstractNumId w:val="6"/>
  </w:num>
  <w:num w:numId="6" w16cid:durableId="1171606117">
    <w:abstractNumId w:val="3"/>
  </w:num>
  <w:num w:numId="7" w16cid:durableId="1536431402">
    <w:abstractNumId w:val="1"/>
  </w:num>
  <w:num w:numId="8" w16cid:durableId="1102339076">
    <w:abstractNumId w:val="2"/>
  </w:num>
  <w:num w:numId="9" w16cid:durableId="894201354">
    <w:abstractNumId w:val="8"/>
    <w:lvlOverride w:ilvl="0">
      <w:startOverride w:val="1"/>
    </w:lvlOverride>
  </w:num>
</w:numbering>
</file>

<file path=word/settings.xml><?xml version="1.0" encoding="utf-8"?>
<w:settings xmlns:mc="http://schemas.openxmlformats.org/markup-compatibility/2006" xmlns:o="urn:schemas-microsoft-com:office:office" xmlns:r="http://schemas.openxmlformats.org/officeDocument/2006/relationships" xmlns:m="http://schemas.openxmlformats.org/officeDocument/2006/math" xmlns:v="urn:schemas-microsoft-com:vml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xmlns:sl="http://schemas.openxmlformats.org/schemaLibrary/2006/main" mc:Ignorable="w14 w15 w16se w16cid w16 w16cex w16sdtdh">
  <w:zoom w:percent="90"/>
  <w:doNotDisplayPageBoundaries/>
  <w:proofState w:spelling="clean" w:grammar="clean"/>
  <w:defaultTabStop w:val="720"/>
  <w:characterSpacingControl w:val="doNotCompress"/>
  <w:compat>
    <w:compatSetting w:name="compatibilityMode" w:uri="http://schemas.microsoft.com/office/word" w:val="15"/>
    <w:compatSetting w:name="overrideTableStyleFontSizeAndJustification" w:uri="http://schemas.microsoft.com/office/word" w:val="1"/>
    <w:compatSetting w:name="enableOpenTypeFeatures" w:uri="http://schemas.microsoft.com/office/word" w:val="1"/>
    <w:compatSetting w:name="doNotFlipMirrorIndents" w:uri="http://schemas.microsoft.com/office/word" w:val="1"/>
    <w:compatSetting w:name="differentiateMultirowTableHeaders" w:uri="http://schemas.microsoft.com/office/word" w:val="1"/>
    <w:compatSetting w:name="useWord2013TrackBottomHyphenation" w:uri="http://schemas.microsoft.com/office/word" w:val="0"/>
  </w:compat>
  <w:rsids>
    <w:rsidRoot w:val="00D522A5"/>
    <w:rsid w:val="000043C8"/>
    <w:rsid w:val="00040AC4"/>
    <w:rsid w:val="00060004"/>
    <w:rsid w:val="00074369"/>
    <w:rsid w:val="00080CAD"/>
    <w:rsid w:val="00081CF1"/>
    <w:rsid w:val="00092C4A"/>
    <w:rsid w:val="00092F81"/>
    <w:rsid w:val="000A4A89"/>
    <w:rsid w:val="000B47FC"/>
    <w:rsid w:val="000B6FA1"/>
    <w:rsid w:val="000D359D"/>
    <w:rsid w:val="000E4570"/>
    <w:rsid w:val="000F4FF5"/>
    <w:rsid w:val="0010738B"/>
    <w:rsid w:val="00114A27"/>
    <w:rsid w:val="00125B36"/>
    <w:rsid w:val="001300E7"/>
    <w:rsid w:val="00142315"/>
    <w:rsid w:val="00142FA5"/>
    <w:rsid w:val="00143109"/>
    <w:rsid w:val="00186B2B"/>
    <w:rsid w:val="001A324A"/>
    <w:rsid w:val="001D02A3"/>
    <w:rsid w:val="001D646E"/>
    <w:rsid w:val="001D7663"/>
    <w:rsid w:val="001F2E66"/>
    <w:rsid w:val="002015FF"/>
    <w:rsid w:val="002037CB"/>
    <w:rsid w:val="00210BA6"/>
    <w:rsid w:val="00225A51"/>
    <w:rsid w:val="002260DD"/>
    <w:rsid w:val="00233F20"/>
    <w:rsid w:val="00243BFF"/>
    <w:rsid w:val="00245E49"/>
    <w:rsid w:val="00261202"/>
    <w:rsid w:val="002708D7"/>
    <w:rsid w:val="00285921"/>
    <w:rsid w:val="00287173"/>
    <w:rsid w:val="0029699F"/>
    <w:rsid w:val="002B22D5"/>
    <w:rsid w:val="002B68EC"/>
    <w:rsid w:val="002C0E87"/>
    <w:rsid w:val="002F3C71"/>
    <w:rsid w:val="00322EDA"/>
    <w:rsid w:val="00326CC5"/>
    <w:rsid w:val="0033012B"/>
    <w:rsid w:val="0033744B"/>
    <w:rsid w:val="0034187B"/>
    <w:rsid w:val="003814B6"/>
    <w:rsid w:val="00384A6A"/>
    <w:rsid w:val="00385053"/>
    <w:rsid w:val="003852AC"/>
    <w:rsid w:val="00391CBF"/>
    <w:rsid w:val="003A2444"/>
    <w:rsid w:val="003A2733"/>
    <w:rsid w:val="003B6CBA"/>
    <w:rsid w:val="003C1E0A"/>
    <w:rsid w:val="003E578B"/>
    <w:rsid w:val="003E5888"/>
    <w:rsid w:val="003F5056"/>
    <w:rsid w:val="004111D5"/>
    <w:rsid w:val="0043626F"/>
    <w:rsid w:val="00437E0D"/>
    <w:rsid w:val="0045669F"/>
    <w:rsid w:val="00463B12"/>
    <w:rsid w:val="004816B5"/>
    <w:rsid w:val="00493924"/>
    <w:rsid w:val="004A4709"/>
    <w:rsid w:val="004E6358"/>
    <w:rsid w:val="004F149B"/>
    <w:rsid w:val="004F26D5"/>
    <w:rsid w:val="004F79EF"/>
    <w:rsid w:val="005043E3"/>
    <w:rsid w:val="005206E7"/>
    <w:rsid w:val="0054269A"/>
    <w:rsid w:val="00551D2F"/>
    <w:rsid w:val="00552415"/>
    <w:rsid w:val="00560045"/>
    <w:rsid w:val="00585101"/>
    <w:rsid w:val="005907B7"/>
    <w:rsid w:val="00590A8D"/>
    <w:rsid w:val="00596A0D"/>
    <w:rsid w:val="005A1243"/>
    <w:rsid w:val="005A2205"/>
    <w:rsid w:val="005E16F6"/>
    <w:rsid w:val="005E1EF9"/>
    <w:rsid w:val="00600912"/>
    <w:rsid w:val="006028A6"/>
    <w:rsid w:val="00617EA4"/>
    <w:rsid w:val="0065321B"/>
    <w:rsid w:val="006635D0"/>
    <w:rsid w:val="00682728"/>
    <w:rsid w:val="006863BE"/>
    <w:rsid w:val="006D0FCF"/>
    <w:rsid w:val="006E3C6A"/>
    <w:rsid w:val="007209D2"/>
    <w:rsid w:val="00740F72"/>
    <w:rsid w:val="007457A4"/>
    <w:rsid w:val="007479B1"/>
    <w:rsid w:val="007870A9"/>
    <w:rsid w:val="007B2331"/>
    <w:rsid w:val="007B68B0"/>
    <w:rsid w:val="007D00CF"/>
    <w:rsid w:val="007D0BE2"/>
    <w:rsid w:val="007D2915"/>
    <w:rsid w:val="007E29B8"/>
    <w:rsid w:val="007F00C4"/>
    <w:rsid w:val="007F0C75"/>
    <w:rsid w:val="00800922"/>
    <w:rsid w:val="00820C91"/>
    <w:rsid w:val="00837214"/>
    <w:rsid w:val="0085115D"/>
    <w:rsid w:val="008A2C68"/>
    <w:rsid w:val="008B1E7E"/>
    <w:rsid w:val="008D17CB"/>
    <w:rsid w:val="008D1ECC"/>
    <w:rsid w:val="008E71A8"/>
    <w:rsid w:val="009012CE"/>
    <w:rsid w:val="00906E75"/>
    <w:rsid w:val="00912087"/>
    <w:rsid w:val="00915157"/>
    <w:rsid w:val="0092041F"/>
    <w:rsid w:val="009337F8"/>
    <w:rsid w:val="00934813"/>
    <w:rsid w:val="00943D89"/>
    <w:rsid w:val="0094432F"/>
    <w:rsid w:val="00951F77"/>
    <w:rsid w:val="009523DC"/>
    <w:rsid w:val="009639A4"/>
    <w:rsid w:val="009668F9"/>
    <w:rsid w:val="00991791"/>
    <w:rsid w:val="009B53E1"/>
    <w:rsid w:val="009D3881"/>
    <w:rsid w:val="009F08BC"/>
    <w:rsid w:val="009F5346"/>
    <w:rsid w:val="00A13859"/>
    <w:rsid w:val="00A353A1"/>
    <w:rsid w:val="00A62804"/>
    <w:rsid w:val="00A676AB"/>
    <w:rsid w:val="00A77FD5"/>
    <w:rsid w:val="00A83D69"/>
    <w:rsid w:val="00A92F4A"/>
    <w:rsid w:val="00AB732A"/>
    <w:rsid w:val="00AC12E8"/>
    <w:rsid w:val="00AC57A5"/>
    <w:rsid w:val="00AD4DED"/>
    <w:rsid w:val="00AD732F"/>
    <w:rsid w:val="00AE1075"/>
    <w:rsid w:val="00AE1A70"/>
    <w:rsid w:val="00B07706"/>
    <w:rsid w:val="00B07BE4"/>
    <w:rsid w:val="00B3675D"/>
    <w:rsid w:val="00B406A9"/>
    <w:rsid w:val="00B664A4"/>
    <w:rsid w:val="00BA6B4B"/>
    <w:rsid w:val="00BE77B2"/>
    <w:rsid w:val="00BF0FA0"/>
    <w:rsid w:val="00BF1497"/>
    <w:rsid w:val="00C01EE8"/>
    <w:rsid w:val="00C4208D"/>
    <w:rsid w:val="00C64976"/>
    <w:rsid w:val="00C76AC2"/>
    <w:rsid w:val="00C8268F"/>
    <w:rsid w:val="00C86043"/>
    <w:rsid w:val="00C95581"/>
    <w:rsid w:val="00C962DB"/>
    <w:rsid w:val="00C96A0B"/>
    <w:rsid w:val="00CC659F"/>
    <w:rsid w:val="00CD130C"/>
    <w:rsid w:val="00CD3A45"/>
    <w:rsid w:val="00CF6B18"/>
    <w:rsid w:val="00D120A5"/>
    <w:rsid w:val="00D13B06"/>
    <w:rsid w:val="00D164D5"/>
    <w:rsid w:val="00D335FF"/>
    <w:rsid w:val="00D347F3"/>
    <w:rsid w:val="00D430CA"/>
    <w:rsid w:val="00D4587B"/>
    <w:rsid w:val="00D469DC"/>
    <w:rsid w:val="00D522A5"/>
    <w:rsid w:val="00DB6DD7"/>
    <w:rsid w:val="00DC1239"/>
    <w:rsid w:val="00DE55EE"/>
    <w:rsid w:val="00DF118B"/>
    <w:rsid w:val="00DF2FF3"/>
    <w:rsid w:val="00DF5A23"/>
    <w:rsid w:val="00E05932"/>
    <w:rsid w:val="00E1365F"/>
    <w:rsid w:val="00E178A1"/>
    <w:rsid w:val="00E30BDE"/>
    <w:rsid w:val="00E53012"/>
    <w:rsid w:val="00E55652"/>
    <w:rsid w:val="00E63462"/>
    <w:rsid w:val="00E70EB9"/>
    <w:rsid w:val="00EA4638"/>
    <w:rsid w:val="00EC3283"/>
    <w:rsid w:val="00ED723C"/>
    <w:rsid w:val="00EE4830"/>
    <w:rsid w:val="00EF3DB6"/>
    <w:rsid w:val="00F00E48"/>
    <w:rsid w:val="00F0114A"/>
    <w:rsid w:val="00F10646"/>
    <w:rsid w:val="00F2623C"/>
    <w:rsid w:val="00F26710"/>
    <w:rsid w:val="00F419F5"/>
    <w:rsid w:val="00F5344A"/>
    <w:rsid w:val="00F55D0C"/>
    <w:rsid w:val="00F55EEF"/>
    <w:rsid w:val="00F60DEC"/>
    <w:rsid w:val="00FC1F0E"/>
    <w:rsid w:val="00FE68A0"/>
    <w:rsid w:val="00FF707D"/>
  </w:rsids>
  <m:mathPr>
    <m:mathFont m:val="Cambria Math"/>
    <m:brkBin m:val="before"/>
    <m:brkBinSub m:val="--"/>
    <m:smallFrac m:val="0"/>
    <m:dispDef/>
    <m:lMargin m:val="0"/>
    <m:rMargin m:val="0"/>
    <m:defJc m:val="centerGroup"/>
    <m:wrapIndent m:val="1440"/>
    <m:intLim m:val="subSup"/>
    <m:naryLim m:val="undOvr"/>
  </m:mathPr>
  <w:themeFontLang w:val="en-IN"/>
  <w:clrSchemeMapping w:bg1="light1" w:t1="dark1" w:bg2="light2" w:t2="dark2" w:accent1="accent1" w:accent2="accent2" w:accent3="accent3" w:accent4="accent4" w:accent5="accent5" w:accent6="accent6" w:hyperlink="hyperlink" w:followedHyperlink="followedHyperlink"/>
  <w:shapeDefaults>
    <o:shapedefaults v:ext="edit" spidmax="1026"/>
    <o:shapelayout v:ext="edit">
      <o:idmap v:ext="edit" data="1"/>
    </o:shapelayout>
  </w:shapeDefaults>
  <w:decimalSymbol w:val="."/>
  <w:listSeparator w:val=","/>
  <w14:docId w14:val="6572A6BA"/>
  <w15:chartTrackingRefBased/>
  <w15:docId w15:val="{1052B490-F2FD-4170-AB4D-983EB1699D83}"/>
</w:settings>
</file>

<file path=word/styles.xml><?xml version="1.0" encoding="utf-8"?>
<w:styles xmlns:mc="http://schemas.openxmlformats.org/markup-compatibility/2006" xmlns:r="http://schemas.openxmlformats.org/officeDocument/2006/relationships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mc:Ignorable="w14 w15 w16se w16cid w16 w16cex w16sdtdh">
  <w:docDefaults>
    <w:rPrDefault>
      <w:rPr>
        <w:rFonts w:asciiTheme="minorHAnsi" w:eastAsiaTheme="minorHAnsi" w:hAnsiTheme="minorHAnsi" w:cstheme="minorBidi"/>
        <w:kern w:val="2"/>
        <w:sz w:val="24"/>
        <w:szCs w:val="24"/>
        <w:lang w:val="en-IN" w:eastAsia="en-US" w:bidi="ar-SA"/>
        <w14:ligatures w14:val="standardContextual"/>
      </w:rPr>
    </w:rPrDefault>
    <w:pPrDefault>
      <w:pPr>
        <w:spacing w:after="80"/>
      </w:pPr>
    </w:pPrDefault>
  </w:docDefaults>
  <w:latentStyles w:defLockedState="0" w:defUIPriority="99" w:defSemiHidden="0" w:defUnhideWhenUsed="0" w:defQFormat="0" w:count="376">
    <w:lsdException w:name="Normal" w:uiPriority="0" w:qFormat="1"/>
    <w:lsdException w:name="heading 1" w:uiPriority="9" w:qFormat="1"/>
    <w:lsdException w:name="heading 2" w:semiHidden="1" w:uiPriority="9" w:unhideWhenUsed="1" w:qFormat="1"/>
    <w:lsdException w:name="heading 3" w:semiHidden="1" w:uiPriority="9" w:unhideWhenUsed="1" w:qFormat="1"/>
    <w:lsdException w:name="heading 4" w:semiHidden="1" w:uiPriority="9" w:unhideWhenUsed="1" w:qFormat="1"/>
    <w:lsdException w:name="heading 5" w:semiHidden="1" w:uiPriority="9" w:unhideWhenUsed="1" w:qFormat="1"/>
    <w:lsdException w:name="heading 6" w:semiHidden="1" w:uiPriority="9" w:unhideWhenUsed="1" w:qFormat="1"/>
    <w:lsdException w:name="heading 7" w:semiHidden="1" w:uiPriority="9" w:unhideWhenUsed="1" w:qFormat="1"/>
    <w:lsdException w:name="heading 8" w:semiHidden="1" w:uiPriority="9" w:unhideWhenUsed="1" w:qFormat="1"/>
    <w:lsdException w:name="heading 9" w:semiHidden="1" w:uiPriority="9" w:unhideWhenUsed="1" w:qFormat="1"/>
    <w:lsdException w:name="index 1" w:semiHidden="1" w:unhideWhenUsed="1"/>
    <w:lsdException w:name="index 2" w:semiHidden="1" w:unhideWhenUsed="1"/>
    <w:lsdException w:name="index 3" w:semiHidden="1" w:unhideWhenUsed="1"/>
    <w:lsdException w:name="index 4" w:semiHidden="1" w:unhideWhenUsed="1"/>
    <w:lsdException w:name="index 5" w:semiHidden="1" w:unhideWhenUsed="1"/>
    <w:lsdException w:name="index 6" w:semiHidden="1" w:unhideWhenUsed="1"/>
    <w:lsdException w:name="index 7" w:semiHidden="1" w:unhideWhenUsed="1"/>
    <w:lsdException w:name="index 8" w:semiHidden="1" w:unhideWhenUsed="1"/>
    <w:lsdException w:name="index 9" w:semiHidden="1" w:unhideWhenUsed="1"/>
    <w:lsdException w:name="toc 1" w:semiHidden="1" w:uiPriority="39" w:unhideWhenUsed="1"/>
    <w:lsdException w:name="toc 2" w:semiHidden="1" w:uiPriority="39" w:unhideWhenUsed="1"/>
    <w:lsdException w:name="toc 3" w:semiHidden="1" w:uiPriority="39" w:unhideWhenUsed="1"/>
    <w:lsdException w:name="toc 4" w:semiHidden="1" w:uiPriority="39" w:unhideWhenUsed="1"/>
    <w:lsdException w:name="toc 5" w:semiHidden="1" w:uiPriority="39" w:unhideWhenUsed="1"/>
    <w:lsdException w:name="toc 6" w:semiHidden="1" w:uiPriority="39" w:unhideWhenUsed="1"/>
    <w:lsdException w:name="toc 7" w:semiHidden="1" w:uiPriority="39" w:unhideWhenUsed="1"/>
    <w:lsdException w:name="toc 8" w:semiHidden="1" w:uiPriority="39" w:unhideWhenUsed="1"/>
    <w:lsdException w:name="toc 9" w:semiHidden="1" w:uiPriority="39" w:unhideWhenUsed="1"/>
    <w:lsdException w:name="Normal Indent" w:semiHidden="1" w:unhideWhenUsed="1"/>
    <w:lsdException w:name="footnote text" w:semiHidden="1" w:unhideWhenUsed="1"/>
    <w:lsdException w:name="annotation text" w:semiHidden="1" w:unhideWhenUsed="1"/>
    <w:lsdException w:name="header" w:semiHidden="1" w:unhideWhenUsed="1"/>
    <w:lsdException w:name="footer" w:semiHidden="1" w:unhideWhenUsed="1"/>
    <w:lsdException w:name="index heading" w:semiHidden="1" w:unhideWhenUsed="1"/>
    <w:lsdException w:name="caption" w:semiHidden="1" w:uiPriority="35" w:unhideWhenUsed="1" w:qFormat="1"/>
    <w:lsdException w:name="table of figures" w:semiHidden="1" w:unhideWhenUsed="1"/>
    <w:lsdException w:name="envelope address" w:semiHidden="1" w:unhideWhenUsed="1"/>
    <w:lsdException w:name="envelope return" w:semiHidden="1" w:unhideWhenUsed="1"/>
    <w:lsdException w:name="footnote reference" w:semiHidden="1" w:unhideWhenUsed="1"/>
    <w:lsdException w:name="annotation reference" w:semiHidden="1" w:unhideWhenUsed="1"/>
    <w:lsdException w:name="line number" w:semiHidden="1" w:unhideWhenUsed="1"/>
    <w:lsdException w:name="page number" w:semiHidden="1" w:unhideWhenUsed="1"/>
    <w:lsdException w:name="endnote reference" w:semiHidden="1" w:unhideWhenUsed="1"/>
    <w:lsdException w:name="endnote text" w:semiHidden="1" w:unhideWhenUsed="1"/>
    <w:lsdException w:name="table of authorities" w:semiHidden="1" w:unhideWhenUsed="1"/>
    <w:lsdException w:name="macro" w:semiHidden="1" w:unhideWhenUsed="1"/>
    <w:lsdException w:name="toa heading" w:semiHidden="1" w:unhideWhenUsed="1"/>
    <w:lsdException w:name="List" w:semiHidden="1" w:unhideWhenUsed="1"/>
    <w:lsdException w:name="List Bullet" w:semiHidden="1" w:unhideWhenUsed="1"/>
    <w:lsdException w:name="List Number" w:semiHidden="1" w:unhideWhenUsed="1"/>
    <w:lsdException w:name="List 2" w:semiHidden="1" w:unhideWhenUsed="1"/>
    <w:lsdException w:name="List 3" w:semiHidden="1" w:unhideWhenUsed="1"/>
    <w:lsdException w:name="List 4" w:semiHidden="1" w:unhideWhenUsed="1"/>
    <w:lsdException w:name="List 5" w:semiHidden="1" w:unhideWhenUsed="1"/>
    <w:lsdException w:name="List Bullet 2" w:semiHidden="1" w:unhideWhenUsed="1"/>
    <w:lsdException w:name="List Bullet 3" w:semiHidden="1" w:unhideWhenUsed="1"/>
    <w:lsdException w:name="List Bullet 4" w:semiHidden="1" w:unhideWhenUsed="1"/>
    <w:lsdException w:name="List Bullet 5" w:semiHidden="1" w:unhideWhenUsed="1"/>
    <w:lsdException w:name="List Number 2" w:semiHidden="1" w:unhideWhenUsed="1"/>
    <w:lsdException w:name="List Number 3" w:semiHidden="1" w:unhideWhenUsed="1"/>
    <w:lsdException w:name="List Number 4" w:semiHidden="1" w:unhideWhenUsed="1"/>
    <w:lsdException w:name="List Number 5" w:semiHidden="1" w:unhideWhenUsed="1"/>
    <w:lsdException w:name="Title" w:uiPriority="10" w:qFormat="1"/>
    <w:lsdException w:name="Closing" w:semiHidden="1" w:unhideWhenUsed="1"/>
    <w:lsdException w:name="Signature" w:semiHidden="1" w:unhideWhenUsed="1"/>
    <w:lsdException w:name="Default Paragraph Font" w:semiHidden="1" w:uiPriority="1" w:unhideWhenUsed="1"/>
    <w:lsdException w:name="Body Text" w:semiHidden="1" w:uiPriority="1" w:unhideWhenUsed="1" w:qFormat="1"/>
    <w:lsdException w:name="Body Text Indent" w:semiHidden="1" w:unhideWhenUsed="1"/>
    <w:lsdException w:name="List Continue" w:semiHidden="1" w:unhideWhenUsed="1"/>
    <w:lsdException w:name="List Continue 2" w:semiHidden="1" w:unhideWhenUsed="1"/>
    <w:lsdException w:name="List Continue 3" w:semiHidden="1" w:unhideWhenUsed="1"/>
    <w:lsdException w:name="List Continue 4" w:semiHidden="1" w:unhideWhenUsed="1"/>
    <w:lsdException w:name="List Continue 5" w:semiHidden="1" w:unhideWhenUsed="1"/>
    <w:lsdException w:name="Message Header" w:semiHidden="1" w:unhideWhenUsed="1"/>
    <w:lsdException w:name="Subtitle" w:uiPriority="11" w:qFormat="1"/>
    <w:lsdException w:name="Salutation" w:semiHidden="1" w:unhideWhenUsed="1"/>
    <w:lsdException w:name="Date" w:semiHidden="1" w:unhideWhenUsed="1"/>
    <w:lsdException w:name="Body Text First Indent" w:semiHidden="1" w:unhideWhenUsed="1"/>
    <w:lsdException w:name="Body Text First Indent 2" w:semiHidden="1" w:unhideWhenUsed="1"/>
    <w:lsdException w:name="Note Heading" w:semiHidden="1" w:unhideWhenUsed="1"/>
    <w:lsdException w:name="Body Text 2" w:semiHidden="1" w:unhideWhenUsed="1"/>
    <w:lsdException w:name="Body Text 3" w:semiHidden="1" w:unhideWhenUsed="1"/>
    <w:lsdException w:name="Body Text Indent 2" w:semiHidden="1" w:unhideWhenUsed="1"/>
    <w:lsdException w:name="Body Text Indent 3" w:semiHidden="1" w:unhideWhenUsed="1"/>
    <w:lsdException w:name="Block Text" w:semiHidden="1" w:unhideWhenUsed="1"/>
    <w:lsdException w:name="Hyperlink" w:semiHidden="1" w:unhideWhenUsed="1"/>
    <w:lsdException w:name="FollowedHyperlink" w:semiHidden="1" w:unhideWhenUsed="1"/>
    <w:lsdException w:name="Strong" w:uiPriority="22" w:qFormat="1"/>
    <w:lsdException w:name="Emphasis" w:uiPriority="20" w:qFormat="1"/>
    <w:lsdException w:name="Document Map" w:semiHidden="1" w:unhideWhenUsed="1"/>
    <w:lsdException w:name="Plain Text" w:semiHidden="1" w:unhideWhenUsed="1"/>
    <w:lsdException w:name="E-mail Signature" w:semiHidden="1" w:unhideWhenUsed="1"/>
    <w:lsdException w:name="HTML Top of Form" w:semiHidden="1" w:unhideWhenUsed="1"/>
    <w:lsdException w:name="HTML Bottom of Form" w:semiHidden="1" w:unhideWhenUsed="1"/>
    <w:lsdException w:name="Normal (Web)" w:semiHidden="1" w:unhideWhenUsed="1"/>
    <w:lsdException w:name="HTML Acronym" w:semiHidden="1" w:unhideWhenUsed="1"/>
    <w:lsdException w:name="HTML Address" w:semiHidden="1" w:unhideWhenUsed="1"/>
    <w:lsdException w:name="HTML Cite" w:semiHidden="1" w:unhideWhenUsed="1"/>
    <w:lsdException w:name="HTML Code" w:semiHidden="1" w:unhideWhenUsed="1"/>
    <w:lsdException w:name="HTML Definition" w:semiHidden="1" w:unhideWhenUsed="1"/>
    <w:lsdException w:name="HTML Keyboard" w:semiHidden="1" w:unhideWhenUsed="1"/>
    <w:lsdException w:name="HTML Preformatted" w:semiHidden="1" w:unhideWhenUsed="1"/>
    <w:lsdException w:name="HTML Sample" w:semiHidden="1" w:unhideWhenUsed="1"/>
    <w:lsdException w:name="HTML Typewriter" w:semiHidden="1" w:unhideWhenUsed="1"/>
    <w:lsdException w:name="HTML Variable" w:semiHidden="1" w:unhideWhenUsed="1"/>
    <w:lsdException w:name="Normal Table" w:semiHidden="1" w:unhideWhenUsed="1"/>
    <w:lsdException w:name="annotation subject" w:semiHidden="1" w:unhideWhenUsed="1"/>
    <w:lsdException w:name="No List" w:semiHidden="1" w:unhideWhenUsed="1"/>
    <w:lsdException w:name="Outline List 1" w:semiHidden="1" w:unhideWhenUsed="1"/>
    <w:lsdException w:name="Outline List 2" w:semiHidden="1" w:unhideWhenUsed="1"/>
    <w:lsdException w:name="Outline List 3" w:semiHidden="1" w:unhideWhenUsed="1"/>
    <w:lsdException w:name="Table Simple 1" w:semiHidden="1" w:unhideWhenUsed="1"/>
    <w:lsdException w:name="Table Simple 2" w:semiHidden="1" w:unhideWhenUsed="1"/>
    <w:lsdException w:name="Table Simple 3" w:semiHidden="1" w:unhideWhenUsed="1"/>
    <w:lsdException w:name="Table Classic 1" w:semiHidden="1" w:unhideWhenUsed="1"/>
    <w:lsdException w:name="Table Classic 2" w:semiHidden="1" w:unhideWhenUsed="1"/>
    <w:lsdException w:name="Table Classic 3" w:semiHidden="1" w:unhideWhenUsed="1"/>
    <w:lsdException w:name="Table Classic 4" w:semiHidden="1" w:unhideWhenUsed="1"/>
    <w:lsdException w:name="Table Colorful 1" w:semiHidden="1" w:unhideWhenUsed="1"/>
    <w:lsdException w:name="Table Colorful 2" w:semiHidden="1" w:unhideWhenUsed="1"/>
    <w:lsdException w:name="Table Colorful 3" w:semiHidden="1" w:unhideWhenUsed="1"/>
    <w:lsdException w:name="Table Columns 1" w:semiHidden="1" w:unhideWhenUsed="1"/>
    <w:lsdException w:name="Table Columns 2" w:semiHidden="1" w:unhideWhenUsed="1"/>
    <w:lsdException w:name="Table Columns 3" w:semiHidden="1" w:unhideWhenUsed="1"/>
    <w:lsdException w:name="Table Columns 4" w:semiHidden="1" w:unhideWhenUsed="1"/>
    <w:lsdException w:name="Table Columns 5" w:semiHidden="1" w:unhideWhenUsed="1"/>
    <w:lsdException w:name="Table Grid 1" w:semiHidden="1" w:unhideWhenUsed="1"/>
    <w:lsdException w:name="Table Grid 2" w:semiHidden="1" w:unhideWhenUsed="1"/>
    <w:lsdException w:name="Table Grid 3" w:semiHidden="1" w:unhideWhenUsed="1"/>
    <w:lsdException w:name="Table Grid 4" w:semiHidden="1" w:unhideWhenUsed="1"/>
    <w:lsdException w:name="Table Grid 5" w:semiHidden="1" w:unhideWhenUsed="1"/>
    <w:lsdException w:name="Table Grid 6" w:semiHidden="1" w:unhideWhenUsed="1"/>
    <w:lsdException w:name="Table Grid 7" w:semiHidden="1" w:unhideWhenUsed="1"/>
    <w:lsdException w:name="Table Grid 8" w:semiHidden="1" w:unhideWhenUsed="1"/>
    <w:lsdException w:name="Table List 1" w:semiHidden="1" w:unhideWhenUsed="1"/>
    <w:lsdException w:name="Table List 2" w:semiHidden="1" w:unhideWhenUsed="1"/>
    <w:lsdException w:name="Table List 3" w:semiHidden="1" w:unhideWhenUsed="1"/>
    <w:lsdException w:name="Table List 4" w:semiHidden="1" w:unhideWhenUsed="1"/>
    <w:lsdException w:name="Table List 5" w:semiHidden="1" w:unhideWhenUsed="1"/>
    <w:lsdException w:name="Table List 6" w:semiHidden="1" w:unhideWhenUsed="1"/>
    <w:lsdException w:name="Table List 7" w:semiHidden="1" w:unhideWhenUsed="1"/>
    <w:lsdException w:name="Table List 8" w:semiHidden="1" w:unhideWhenUsed="1"/>
    <w:lsdException w:name="Table 3D effects 1" w:semiHidden="1" w:unhideWhenUsed="1"/>
    <w:lsdException w:name="Table 3D effects 2" w:semiHidden="1" w:unhideWhenUsed="1"/>
    <w:lsdException w:name="Table 3D effects 3" w:semiHidden="1" w:unhideWhenUsed="1"/>
    <w:lsdException w:name="Table Contemporary" w:semiHidden="1" w:unhideWhenUsed="1"/>
    <w:lsdException w:name="Table Elegant" w:semiHidden="1" w:unhideWhenUsed="1"/>
    <w:lsdException w:name="Table Professional" w:semiHidden="1" w:unhideWhenUsed="1"/>
    <w:lsdException w:name="Table Subtle 1" w:semiHidden="1" w:unhideWhenUsed="1"/>
    <w:lsdException w:name="Table Subtle 2" w:semiHidden="1" w:unhideWhenUsed="1"/>
    <w:lsdException w:name="Table Web 1" w:semiHidden="1" w:unhideWhenUsed="1"/>
    <w:lsdException w:name="Table Web 2" w:semiHidden="1" w:unhideWhenUsed="1"/>
    <w:lsdException w:name="Table Web 3" w:semiHidden="1" w:unhideWhenUsed="1"/>
    <w:lsdException w:name="Balloon Text" w:semiHidden="1" w:unhideWhenUsed="1"/>
    <w:lsdException w:name="Table Grid" w:uiPriority="39"/>
    <w:lsdException w:name="Table Theme" w:semiHidden="1" w:unhideWhenUsed="1"/>
    <w:lsdException w:name="Placeholder Text" w:semiHidden="1"/>
    <w:lsdException w:name="No Spacing" w:uiPriority="1" w:qFormat="1"/>
    <w:lsdException w:name="Light Shading" w:uiPriority="60"/>
    <w:lsdException w:name="Light List" w:uiPriority="61"/>
    <w:lsdException w:name="Light Grid" w:uiPriority="62"/>
    <w:lsdException w:name="Medium Shading 1" w:uiPriority="63"/>
    <w:lsdException w:name="Medium Shading 2" w:uiPriority="64"/>
    <w:lsdException w:name="Medium List 1" w:uiPriority="65"/>
    <w:lsdException w:name="Medium List 2" w:uiPriority="66"/>
    <w:lsdException w:name="Medium Grid 1" w:uiPriority="67"/>
    <w:lsdException w:name="Medium Grid 2" w:uiPriority="68"/>
    <w:lsdException w:name="Medium Grid 3" w:uiPriority="69"/>
    <w:lsdException w:name="Dark List" w:uiPriority="70"/>
    <w:lsdException w:name="Colorful Shading" w:uiPriority="71"/>
    <w:lsdException w:name="Colorful List" w:uiPriority="72"/>
    <w:lsdException w:name="Colorful Grid" w:uiPriority="73"/>
    <w:lsdException w:name="Light Shading Accent 1" w:uiPriority="60"/>
    <w:lsdException w:name="Light List Accent 1" w:uiPriority="61"/>
    <w:lsdException w:name="Light Grid Accent 1" w:uiPriority="62"/>
    <w:lsdException w:name="Medium Shading 1 Accent 1" w:uiPriority="63"/>
    <w:lsdException w:name="Medium Shading 2 Accent 1" w:uiPriority="64"/>
    <w:lsdException w:name="Medium List 1 Accent 1" w:uiPriority="65"/>
    <w:lsdException w:name="Revision" w:semiHidden="1"/>
    <w:lsdException w:name="List Paragraph" w:uiPriority="0" w:qFormat="1"/>
    <w:lsdException w:name="Quote" w:uiPriority="29" w:qFormat="1"/>
    <w:lsdException w:name="Intense Quote" w:uiPriority="30" w:qFormat="1"/>
    <w:lsdException w:name="Medium List 2 Accent 1" w:uiPriority="66"/>
    <w:lsdException w:name="Medium Grid 1 Accent 1" w:uiPriority="67"/>
    <w:lsdException w:name="Medium Grid 2 Accent 1" w:uiPriority="68"/>
    <w:lsdException w:name="Medium Grid 3 Accent 1" w:uiPriority="69"/>
    <w:lsdException w:name="Dark List Accent 1" w:uiPriority="70"/>
    <w:lsdException w:name="Colorful Shading Accent 1" w:uiPriority="71"/>
    <w:lsdException w:name="Colorful List Accent 1" w:uiPriority="72"/>
    <w:lsdException w:name="Colorful Grid Accent 1" w:uiPriority="73"/>
    <w:lsdException w:name="Light Shading Accent 2" w:uiPriority="60"/>
    <w:lsdException w:name="Light List Accent 2" w:uiPriority="61"/>
    <w:lsdException w:name="Light Grid Accent 2" w:uiPriority="62"/>
    <w:lsdException w:name="Medium Shading 1 Accent 2" w:uiPriority="63"/>
    <w:lsdException w:name="Medium Shading 2 Accent 2" w:uiPriority="64"/>
    <w:lsdException w:name="Medium List 1 Accent 2" w:uiPriority="65"/>
    <w:lsdException w:name="Medium List 2 Accent 2" w:uiPriority="66"/>
    <w:lsdException w:name="Medium Grid 1 Accent 2" w:uiPriority="67"/>
    <w:lsdException w:name="Medium Grid 2 Accent 2" w:uiPriority="68"/>
    <w:lsdException w:name="Medium Grid 3 Accent 2" w:uiPriority="69"/>
    <w:lsdException w:name="Dark List Accent 2" w:uiPriority="70"/>
    <w:lsdException w:name="Colorful Shading Accent 2" w:uiPriority="71"/>
    <w:lsdException w:name="Colorful List Accent 2" w:uiPriority="72"/>
    <w:lsdException w:name="Colorful Grid Accent 2" w:uiPriority="73"/>
    <w:lsdException w:name="Light Shading Accent 3" w:uiPriority="60"/>
    <w:lsdException w:name="Light List Accent 3" w:uiPriority="61"/>
    <w:lsdException w:name="Light Grid Accent 3" w:uiPriority="62"/>
    <w:lsdException w:name="Medium Shading 1 Accent 3" w:uiPriority="63"/>
    <w:lsdException w:name="Medium Shading 2 Accent 3" w:uiPriority="64"/>
    <w:lsdException w:name="Medium List 1 Accent 3" w:uiPriority="65"/>
    <w:lsdException w:name="Medium List 2 Accent 3" w:uiPriority="66"/>
    <w:lsdException w:name="Medium Grid 1 Accent 3" w:uiPriority="67"/>
    <w:lsdException w:name="Medium Grid 2 Accent 3" w:uiPriority="68"/>
    <w:lsdException w:name="Medium Grid 3 Accent 3" w:uiPriority="69"/>
    <w:lsdException w:name="Dark List Accent 3" w:uiPriority="70"/>
    <w:lsdException w:name="Colorful Shading Accent 3" w:uiPriority="71"/>
    <w:lsdException w:name="Colorful List Accent 3" w:uiPriority="72"/>
    <w:lsdException w:name="Colorful Grid Accent 3" w:uiPriority="73"/>
    <w:lsdException w:name="Light Shading Accent 4" w:uiPriority="60"/>
    <w:lsdException w:name="Light List Accent 4" w:uiPriority="61"/>
    <w:lsdException w:name="Light Grid Accent 4" w:uiPriority="62"/>
    <w:lsdException w:name="Medium Shading 1 Accent 4" w:uiPriority="63"/>
    <w:lsdException w:name="Medium Shading 2 Accent 4" w:uiPriority="64"/>
    <w:lsdException w:name="Medium List 1 Accent 4" w:uiPriority="65"/>
    <w:lsdException w:name="Medium List 2 Accent 4" w:uiPriority="66"/>
    <w:lsdException w:name="Medium Grid 1 Accent 4" w:uiPriority="67"/>
    <w:lsdException w:name="Medium Grid 2 Accent 4" w:uiPriority="68"/>
    <w:lsdException w:name="Medium Grid 3 Accent 4" w:uiPriority="69"/>
    <w:lsdException w:name="Dark List Accent 4" w:uiPriority="70"/>
    <w:lsdException w:name="Colorful Shading Accent 4" w:uiPriority="71"/>
    <w:lsdException w:name="Colorful List Accent 4" w:uiPriority="72"/>
    <w:lsdException w:name="Colorful Grid Accent 4" w:uiPriority="73"/>
    <w:lsdException w:name="Light Shading Accent 5" w:uiPriority="60"/>
    <w:lsdException w:name="Light List Accent 5" w:uiPriority="61"/>
    <w:lsdException w:name="Light Grid Accent 5" w:uiPriority="62"/>
    <w:lsdException w:name="Medium Shading 1 Accent 5" w:uiPriority="63"/>
    <w:lsdException w:name="Medium Shading 2 Accent 5" w:uiPriority="64"/>
    <w:lsdException w:name="Medium List 1 Accent 5" w:uiPriority="65"/>
    <w:lsdException w:name="Medium List 2 Accent 5" w:uiPriority="66"/>
    <w:lsdException w:name="Medium Grid 1 Accent 5" w:uiPriority="67"/>
    <w:lsdException w:name="Medium Grid 2 Accent 5" w:uiPriority="68"/>
    <w:lsdException w:name="Medium Grid 3 Accent 5" w:uiPriority="69"/>
    <w:lsdException w:name="Dark List Accent 5" w:uiPriority="70"/>
    <w:lsdException w:name="Colorful Shading Accent 5" w:uiPriority="71"/>
    <w:lsdException w:name="Colorful List Accent 5" w:uiPriority="72"/>
    <w:lsdException w:name="Colorful Grid Accent 5" w:uiPriority="73"/>
    <w:lsdException w:name="Light Shading Accent 6" w:uiPriority="60"/>
    <w:lsdException w:name="Light List Accent 6" w:uiPriority="61"/>
    <w:lsdException w:name="Light Grid Accent 6" w:uiPriority="62"/>
    <w:lsdException w:name="Medium Shading 1 Accent 6" w:uiPriority="63"/>
    <w:lsdException w:name="Medium Shading 2 Accent 6" w:uiPriority="64"/>
    <w:lsdException w:name="Medium List 1 Accent 6" w:uiPriority="65"/>
    <w:lsdException w:name="Medium List 2 Accent 6" w:uiPriority="66"/>
    <w:lsdException w:name="Medium Grid 1 Accent 6" w:uiPriority="67"/>
    <w:lsdException w:name="Medium Grid 2 Accent 6" w:uiPriority="68"/>
    <w:lsdException w:name="Medium Grid 3 Accent 6" w:uiPriority="69"/>
    <w:lsdException w:name="Dark List Accent 6" w:uiPriority="70"/>
    <w:lsdException w:name="Colorful Shading Accent 6" w:uiPriority="71"/>
    <w:lsdException w:name="Colorful List Accent 6" w:uiPriority="72"/>
    <w:lsdException w:name="Colorful Grid Accent 6" w:uiPriority="73"/>
    <w:lsdException w:name="Subtle Emphasis" w:uiPriority="19" w:qFormat="1"/>
    <w:lsdException w:name="Intense Emphasis" w:uiPriority="21" w:qFormat="1"/>
    <w:lsdException w:name="Subtle Reference" w:uiPriority="31" w:qFormat="1"/>
    <w:lsdException w:name="Intense Reference" w:uiPriority="32" w:qFormat="1"/>
    <w:lsdException w:name="Book Title" w:uiPriority="33" w:qFormat="1"/>
    <w:lsdException w:name="Bibliography" w:semiHidden="1" w:uiPriority="37" w:unhideWhenUsed="1"/>
    <w:lsdException w:name="TOC Heading" w:semiHidden="1" w:uiPriority="39" w:unhideWhenUsed="1" w:qFormat="1"/>
    <w:lsdException w:name="Plain Table 1" w:uiPriority="41"/>
    <w:lsdException w:name="Plain Table 2" w:uiPriority="42"/>
    <w:lsdException w:name="Plain Table 3" w:uiPriority="43"/>
    <w:lsdException w:name="Plain Table 4" w:uiPriority="44"/>
    <w:lsdException w:name="Plain Table 5" w:uiPriority="45"/>
    <w:lsdException w:name="Grid Table Light" w:uiPriority="40"/>
    <w:lsdException w:name="Grid Table 1 Light" w:uiPriority="46"/>
    <w:lsdException w:name="Grid Table 2" w:uiPriority="47"/>
    <w:lsdException w:name="Grid Table 3" w:uiPriority="48"/>
    <w:lsdException w:name="Grid Table 4" w:uiPriority="49"/>
    <w:lsdException w:name="Grid Table 5 Dark" w:uiPriority="50"/>
    <w:lsdException w:name="Grid Table 6 Colorful" w:uiPriority="51"/>
    <w:lsdException w:name="Grid Table 7 Colorful" w:uiPriority="52"/>
    <w:lsdException w:name="Grid Table 1 Light Accent 1" w:uiPriority="46"/>
    <w:lsdException w:name="Grid Table 2 Accent 1" w:uiPriority="47"/>
    <w:lsdException w:name="Grid Table 3 Accent 1" w:uiPriority="48"/>
    <w:lsdException w:name="Grid Table 4 Accent 1" w:uiPriority="49"/>
    <w:lsdException w:name="Grid Table 5 Dark Accent 1" w:uiPriority="50"/>
    <w:lsdException w:name="Grid Table 6 Colorful Accent 1" w:uiPriority="51"/>
    <w:lsdException w:name="Grid Table 7 Colorful Accent 1" w:uiPriority="52"/>
    <w:lsdException w:name="Grid Table 1 Light Accent 2" w:uiPriority="46"/>
    <w:lsdException w:name="Grid Table 2 Accent 2" w:uiPriority="47"/>
    <w:lsdException w:name="Grid Table 3 Accent 2" w:uiPriority="48"/>
    <w:lsdException w:name="Grid Table 4 Accent 2" w:uiPriority="49"/>
    <w:lsdException w:name="Grid Table 5 Dark Accent 2" w:uiPriority="50"/>
    <w:lsdException w:name="Grid Table 6 Colorful Accent 2" w:uiPriority="51"/>
    <w:lsdException w:name="Grid Table 7 Colorful Accent 2" w:uiPriority="52"/>
    <w:lsdException w:name="Grid Table 1 Light Accent 3" w:uiPriority="46"/>
    <w:lsdException w:name="Grid Table 2 Accent 3" w:uiPriority="47"/>
    <w:lsdException w:name="Grid Table 3 Accent 3" w:uiPriority="48"/>
    <w:lsdException w:name="Grid Table 4 Accent 3" w:uiPriority="49"/>
    <w:lsdException w:name="Grid Table 5 Dark Accent 3" w:uiPriority="50"/>
    <w:lsdException w:name="Grid Table 6 Colorful Accent 3" w:uiPriority="51"/>
    <w:lsdException w:name="Grid Table 7 Colorful Accent 3" w:uiPriority="52"/>
    <w:lsdException w:name="Grid Table 1 Light Accent 4" w:uiPriority="46"/>
    <w:lsdException w:name="Grid Table 2 Accent 4" w:uiPriority="47"/>
    <w:lsdException w:name="Grid Table 3 Accent 4" w:uiPriority="48"/>
    <w:lsdException w:name="Grid Table 4 Accent 4" w:uiPriority="49"/>
    <w:lsdException w:name="Grid Table 5 Dark Accent 4" w:uiPriority="50"/>
    <w:lsdException w:name="Grid Table 6 Colorful Accent 4" w:uiPriority="51"/>
    <w:lsdException w:name="Grid Table 7 Colorful Accent 4" w:uiPriority="52"/>
    <w:lsdException w:name="Grid Table 1 Light Accent 5" w:uiPriority="46"/>
    <w:lsdException w:name="Grid Table 2 Accent 5" w:uiPriority="47"/>
    <w:lsdException w:name="Grid Table 3 Accent 5" w:uiPriority="48"/>
    <w:lsdException w:name="Grid Table 4 Accent 5" w:uiPriority="49"/>
    <w:lsdException w:name="Grid Table 5 Dark Accent 5" w:uiPriority="50"/>
    <w:lsdException w:name="Grid Table 6 Colorful Accent 5" w:uiPriority="51"/>
    <w:lsdException w:name="Grid Table 7 Colorful Accent 5" w:uiPriority="52"/>
    <w:lsdException w:name="Grid Table 1 Light Accent 6" w:uiPriority="46"/>
    <w:lsdException w:name="Grid Table 2 Accent 6" w:uiPriority="47"/>
    <w:lsdException w:name="Grid Table 3 Accent 6" w:uiPriority="48"/>
    <w:lsdException w:name="Grid Table 4 Accent 6" w:uiPriority="49"/>
    <w:lsdException w:name="Grid Table 5 Dark Accent 6" w:uiPriority="50"/>
    <w:lsdException w:name="Grid Table 6 Colorful Accent 6" w:uiPriority="51"/>
    <w:lsdException w:name="Grid Table 7 Colorful Accent 6" w:uiPriority="52"/>
    <w:lsdException w:name="List Table 1 Light" w:uiPriority="46"/>
    <w:lsdException w:name="List Table 2" w:uiPriority="47"/>
    <w:lsdException w:name="List Table 3" w:uiPriority="48"/>
    <w:lsdException w:name="List Table 4" w:uiPriority="49"/>
    <w:lsdException w:name="List Table 5 Dark" w:uiPriority="50"/>
    <w:lsdException w:name="List Table 6 Colorful" w:uiPriority="51"/>
    <w:lsdException w:name="List Table 7 Colorful" w:uiPriority="52"/>
    <w:lsdException w:name="List Table 1 Light Accent 1" w:uiPriority="46"/>
    <w:lsdException w:name="List Table 2 Accent 1" w:uiPriority="47"/>
    <w:lsdException w:name="List Table 3 Accent 1" w:uiPriority="48"/>
    <w:lsdException w:name="List Table 4 Accent 1" w:uiPriority="49"/>
    <w:lsdException w:name="List Table 5 Dark Accent 1" w:uiPriority="50"/>
    <w:lsdException w:name="List Table 6 Colorful Accent 1" w:uiPriority="51"/>
    <w:lsdException w:name="List Table 7 Colorful Accent 1" w:uiPriority="52"/>
    <w:lsdException w:name="List Table 1 Light Accent 2" w:uiPriority="46"/>
    <w:lsdException w:name="List Table 2 Accent 2" w:uiPriority="47"/>
    <w:lsdException w:name="List Table 3 Accent 2" w:uiPriority="48"/>
    <w:lsdException w:name="List Table 4 Accent 2" w:uiPriority="49"/>
    <w:lsdException w:name="List Table 5 Dark Accent 2" w:uiPriority="50"/>
    <w:lsdException w:name="List Table 6 Colorful Accent 2" w:uiPriority="51"/>
    <w:lsdException w:name="List Table 7 Colorful Accent 2" w:uiPriority="52"/>
    <w:lsdException w:name="List Table 1 Light Accent 3" w:uiPriority="46"/>
    <w:lsdException w:name="List Table 2 Accent 3" w:uiPriority="47"/>
    <w:lsdException w:name="List Table 3 Accent 3" w:uiPriority="48"/>
    <w:lsdException w:name="List Table 4 Accent 3" w:uiPriority="49"/>
    <w:lsdException w:name="List Table 5 Dark Accent 3" w:uiPriority="50"/>
    <w:lsdException w:name="List Table 6 Colorful Accent 3" w:uiPriority="51"/>
    <w:lsdException w:name="List Table 7 Colorful Accent 3" w:uiPriority="52"/>
    <w:lsdException w:name="List Table 1 Light Accent 4" w:uiPriority="46"/>
    <w:lsdException w:name="List Table 2 Accent 4" w:uiPriority="47"/>
    <w:lsdException w:name="List Table 3 Accent 4" w:uiPriority="48"/>
    <w:lsdException w:name="List Table 4 Accent 4" w:uiPriority="49"/>
    <w:lsdException w:name="List Table 5 Dark Accent 4" w:uiPriority="50"/>
    <w:lsdException w:name="List Table 6 Colorful Accent 4" w:uiPriority="51"/>
    <w:lsdException w:name="List Table 7 Colorful Accent 4" w:uiPriority="52"/>
    <w:lsdException w:name="List Table 1 Light Accent 5" w:uiPriority="46"/>
    <w:lsdException w:name="List Table 2 Accent 5" w:uiPriority="47"/>
    <w:lsdException w:name="List Table 3 Accent 5" w:uiPriority="48"/>
    <w:lsdException w:name="List Table 4 Accent 5" w:uiPriority="49"/>
    <w:lsdException w:name="List Table 5 Dark Accent 5" w:uiPriority="50"/>
    <w:lsdException w:name="List Table 6 Colorful Accent 5" w:uiPriority="51"/>
    <w:lsdException w:name="List Table 7 Colorful Accent 5" w:uiPriority="52"/>
    <w:lsdException w:name="List Table 1 Light Accent 6" w:uiPriority="46"/>
    <w:lsdException w:name="List Table 2 Accent 6" w:uiPriority="47"/>
    <w:lsdException w:name="List Table 3 Accent 6" w:uiPriority="48"/>
    <w:lsdException w:name="List Table 4 Accent 6" w:uiPriority="49"/>
    <w:lsdException w:name="List Table 5 Dark Accent 6" w:uiPriority="50"/>
    <w:lsdException w:name="List Table 6 Colorful Accent 6" w:uiPriority="51"/>
    <w:lsdException w:name="List Table 7 Colorful Accent 6" w:uiPriority="52"/>
    <w:lsdException w:name="Mention" w:semiHidden="1" w:unhideWhenUsed="1"/>
    <w:lsdException w:name="Smart Hyperlink" w:semiHidden="1" w:unhideWhenUsed="1"/>
    <w:lsdException w:name="Hashtag" w:semiHidden="1" w:unhideWhenUsed="1"/>
    <w:lsdException w:name="Unresolved Mention" w:semiHidden="1" w:unhideWhenUsed="1"/>
    <w:lsdException w:name="Smart Link" w:semiHidden="1" w:unhideWhenUsed="1"/>
  </w:latentStyles>
  <w:style w:type="paragraph" w:default="1" w:styleId="Normal">
    <w:name w:val="Normal"/>
    <w:qFormat/>
    <w:rsid w:val="0054269A"/>
  </w:style>
  <w:style w:type="paragraph" w:styleId="Heading1">
    <w:name w:val="heading 1"/>
    <w:basedOn w:val="Normal"/>
    <w:next w:val="Normal"/>
    <w:link w:val="Heading1Char"/>
    <w:uiPriority w:val="9"/>
    <w:qFormat/>
    <w:rsid w:val="00D522A5"/>
    <w:pPr>
      <w:keepNext/>
      <w:keepLines/>
      <w:spacing w:before="360"/>
      <w:outlineLvl w:val="0"/>
    </w:pPr>
    <w:rPr>
      <w:rFonts w:asciiTheme="majorHAnsi" w:eastAsiaTheme="majorEastAsia" w:hAnsiTheme="majorHAnsi" w:cstheme="majorBidi"/>
      <w:color w:val="A5A5A5" w:themeColor="accent1" w:themeShade="BF"/>
      <w:sz w:val="40"/>
      <w:szCs w:val="40"/>
    </w:rPr>
  </w:style>
  <w:style w:type="paragraph" w:styleId="Heading2">
    <w:name w:val="heading 2"/>
    <w:basedOn w:val="Normal"/>
    <w:next w:val="Normal"/>
    <w:link w:val="Heading2Char"/>
    <w:uiPriority w:val="9"/>
    <w:semiHidden/>
    <w:unhideWhenUsed/>
    <w:qFormat/>
    <w:rsid w:val="00D522A5"/>
    <w:pPr>
      <w:keepNext/>
      <w:keepLines/>
      <w:spacing w:before="160"/>
      <w:outlineLvl w:val="1"/>
    </w:pPr>
    <w:rPr>
      <w:rFonts w:asciiTheme="majorHAnsi" w:eastAsiaTheme="majorEastAsia" w:hAnsiTheme="majorHAnsi" w:cstheme="majorBidi"/>
      <w:color w:val="A5A5A5" w:themeColor="accent1" w:themeShade="BF"/>
      <w:sz w:val="32"/>
      <w:szCs w:val="32"/>
    </w:rPr>
  </w:style>
  <w:style w:type="paragraph" w:styleId="Heading3">
    <w:name w:val="heading 3"/>
    <w:basedOn w:val="Normal"/>
    <w:next w:val="Normal"/>
    <w:link w:val="Heading3Char"/>
    <w:uiPriority w:val="9"/>
    <w:semiHidden/>
    <w:unhideWhenUsed/>
    <w:qFormat/>
    <w:rsid w:val="00D522A5"/>
    <w:pPr>
      <w:keepNext/>
      <w:keepLines/>
      <w:spacing w:before="160"/>
      <w:outlineLvl w:val="2"/>
    </w:pPr>
    <w:rPr>
      <w:rFonts w:eastAsiaTheme="majorEastAsia" w:cstheme="majorBidi"/>
      <w:color w:val="A5A5A5" w:themeColor="accent1" w:themeShade="BF"/>
      <w:sz w:val="28"/>
      <w:szCs w:val="28"/>
    </w:rPr>
  </w:style>
  <w:style w:type="paragraph" w:styleId="Heading4">
    <w:name w:val="heading 4"/>
    <w:basedOn w:val="Normal"/>
    <w:next w:val="Normal"/>
    <w:link w:val="Heading4Char"/>
    <w:uiPriority w:val="9"/>
    <w:semiHidden/>
    <w:unhideWhenUsed/>
    <w:qFormat/>
    <w:rsid w:val="00D522A5"/>
    <w:pPr>
      <w:keepNext/>
      <w:keepLines/>
      <w:spacing w:before="80" w:after="40"/>
      <w:outlineLvl w:val="3"/>
    </w:pPr>
    <w:rPr>
      <w:rFonts w:eastAsiaTheme="majorEastAsia" w:cstheme="majorBidi"/>
      <w:i/>
      <w:iCs/>
      <w:color w:val="A5A5A5" w:themeColor="accent1" w:themeShade="BF"/>
    </w:rPr>
  </w:style>
  <w:style w:type="paragraph" w:styleId="Heading5">
    <w:name w:val="heading 5"/>
    <w:basedOn w:val="Normal"/>
    <w:next w:val="Normal"/>
    <w:link w:val="Heading5Char"/>
    <w:uiPriority w:val="9"/>
    <w:semiHidden/>
    <w:unhideWhenUsed/>
    <w:qFormat/>
    <w:rsid w:val="00D522A5"/>
    <w:pPr>
      <w:keepNext/>
      <w:keepLines/>
      <w:spacing w:before="80" w:after="40"/>
      <w:outlineLvl w:val="4"/>
    </w:pPr>
    <w:rPr>
      <w:rFonts w:eastAsiaTheme="majorEastAsia" w:cstheme="majorBidi"/>
      <w:color w:val="A5A5A5" w:themeColor="accent1" w:themeShade="BF"/>
    </w:rPr>
  </w:style>
  <w:style w:type="paragraph" w:styleId="Heading6">
    <w:name w:val="heading 6"/>
    <w:basedOn w:val="Normal"/>
    <w:next w:val="Normal"/>
    <w:link w:val="Heading6Char"/>
    <w:uiPriority w:val="9"/>
    <w:semiHidden/>
    <w:unhideWhenUsed/>
    <w:qFormat/>
    <w:rsid w:val="00D522A5"/>
    <w:pPr>
      <w:keepNext/>
      <w:keepLines/>
      <w:spacing w:before="40" w:after="0"/>
      <w:outlineLvl w:val="5"/>
    </w:pPr>
    <w:rPr>
      <w:rFonts w:eastAsiaTheme="majorEastAsia" w:cstheme="majorBidi"/>
      <w:i/>
      <w:iCs/>
      <w:color w:val="595959" w:themeColor="text1" w:themeTint="A6"/>
    </w:rPr>
  </w:style>
  <w:style w:type="paragraph" w:styleId="Heading7">
    <w:name w:val="heading 7"/>
    <w:basedOn w:val="Normal"/>
    <w:next w:val="Normal"/>
    <w:link w:val="Heading7Char"/>
    <w:uiPriority w:val="9"/>
    <w:semiHidden/>
    <w:unhideWhenUsed/>
    <w:qFormat/>
    <w:rsid w:val="00D522A5"/>
    <w:pPr>
      <w:keepNext/>
      <w:keepLines/>
      <w:spacing w:before="40" w:after="0"/>
      <w:outlineLvl w:val="6"/>
    </w:pPr>
    <w:rPr>
      <w:rFonts w:eastAsiaTheme="majorEastAsia" w:cstheme="majorBidi"/>
      <w:color w:val="595959" w:themeColor="text1" w:themeTint="A6"/>
    </w:rPr>
  </w:style>
  <w:style w:type="paragraph" w:styleId="Heading8">
    <w:name w:val="heading 8"/>
    <w:basedOn w:val="Normal"/>
    <w:next w:val="Normal"/>
    <w:link w:val="Heading8Char"/>
    <w:uiPriority w:val="9"/>
    <w:semiHidden/>
    <w:unhideWhenUsed/>
    <w:qFormat/>
    <w:rsid w:val="00D522A5"/>
    <w:pPr>
      <w:keepNext/>
      <w:keepLines/>
      <w:spacing w:after="0"/>
      <w:outlineLvl w:val="7"/>
    </w:pPr>
    <w:rPr>
      <w:rFonts w:eastAsiaTheme="majorEastAsia" w:cstheme="majorBidi"/>
      <w:i/>
      <w:iCs/>
      <w:color w:val="272727" w:themeColor="text1" w:themeTint="D8"/>
    </w:rPr>
  </w:style>
  <w:style w:type="paragraph" w:styleId="Heading9">
    <w:name w:val="heading 9"/>
    <w:basedOn w:val="Normal"/>
    <w:next w:val="Normal"/>
    <w:link w:val="Heading9Char"/>
    <w:uiPriority w:val="9"/>
    <w:semiHidden/>
    <w:unhideWhenUsed/>
    <w:qFormat/>
    <w:rsid w:val="00D522A5"/>
    <w:pPr>
      <w:keepNext/>
      <w:keepLines/>
      <w:spacing w:after="0"/>
      <w:outlineLvl w:val="8"/>
    </w:pPr>
    <w:rPr>
      <w:rFonts w:eastAsiaTheme="majorEastAsia" w:cstheme="majorBidi"/>
      <w:color w:val="272727" w:themeColor="text1" w:themeTint="D8"/>
    </w:rPr>
  </w:style>
  <w:style w:type="character" w:default="1" w:styleId="DefaultParagraphFont">
    <w:name w:val="Default Paragraph Font"/>
    <w:uiPriority w:val="1"/>
    <w:semiHidden/>
    <w:unhideWhenUsed/>
  </w:style>
  <w:style w:type="table" w:default="1" w:styleId="TableNormal">
    <w:name w:val="Normal Table"/>
    <w:uiPriority w:val="99"/>
    <w:semiHidden/>
    <w:unhideWhenUsed/>
    <w:tblPr>
      <w:tblInd w:w="0" w:type="dxa"/>
      <w:tblCellMar>
        <w:top w:w="0" w:type="dxa"/>
        <w:left w:w="108" w:type="dxa"/>
        <w:bottom w:w="0" w:type="dxa"/>
        <w:right w:w="108" w:type="dxa"/>
      </w:tblCellMar>
    </w:tblPr>
  </w:style>
  <w:style w:type="numbering" w:default="1" w:styleId="NoList">
    <w:name w:val="No List"/>
    <w:uiPriority w:val="99"/>
    <w:semiHidden/>
    <w:unhideWhenUsed/>
  </w:style>
  <w:style w:type="character" w:customStyle="1" w:styleId="Heading1Char">
    <w:name w:val="Heading 1 Char"/>
    <w:basedOn w:val="DefaultParagraphFont"/>
    <w:link w:val="Heading1"/>
    <w:uiPriority w:val="9"/>
    <w:rsid w:val="00D522A5"/>
    <w:rPr>
      <w:rFonts w:asciiTheme="majorHAnsi" w:eastAsiaTheme="majorEastAsia" w:hAnsiTheme="majorHAnsi" w:cstheme="majorBidi"/>
      <w:color w:val="A5A5A5" w:themeColor="accent1" w:themeShade="BF"/>
      <w:sz w:val="40"/>
      <w:szCs w:val="40"/>
    </w:rPr>
  </w:style>
  <w:style w:type="character" w:customStyle="1" w:styleId="Heading2Char">
    <w:name w:val="Heading 2 Char"/>
    <w:basedOn w:val="DefaultParagraphFont"/>
    <w:link w:val="Heading2"/>
    <w:uiPriority w:val="9"/>
    <w:semiHidden/>
    <w:rsid w:val="00D522A5"/>
    <w:rPr>
      <w:rFonts w:asciiTheme="majorHAnsi" w:eastAsiaTheme="majorEastAsia" w:hAnsiTheme="majorHAnsi" w:cstheme="majorBidi"/>
      <w:color w:val="A5A5A5" w:themeColor="accent1" w:themeShade="BF"/>
      <w:sz w:val="32"/>
      <w:szCs w:val="32"/>
    </w:rPr>
  </w:style>
  <w:style w:type="character" w:customStyle="1" w:styleId="Heading3Char">
    <w:name w:val="Heading 3 Char"/>
    <w:basedOn w:val="DefaultParagraphFont"/>
    <w:link w:val="Heading3"/>
    <w:uiPriority w:val="9"/>
    <w:semiHidden/>
    <w:rsid w:val="00D522A5"/>
    <w:rPr>
      <w:rFonts w:eastAsiaTheme="majorEastAsia" w:cstheme="majorBidi"/>
      <w:color w:val="A5A5A5" w:themeColor="accent1" w:themeShade="BF"/>
      <w:sz w:val="28"/>
      <w:szCs w:val="28"/>
    </w:rPr>
  </w:style>
  <w:style w:type="character" w:customStyle="1" w:styleId="Heading4Char">
    <w:name w:val="Heading 4 Char"/>
    <w:basedOn w:val="DefaultParagraphFont"/>
    <w:link w:val="Heading4"/>
    <w:uiPriority w:val="9"/>
    <w:semiHidden/>
    <w:rsid w:val="00D522A5"/>
    <w:rPr>
      <w:rFonts w:eastAsiaTheme="majorEastAsia" w:cstheme="majorBidi"/>
      <w:i/>
      <w:iCs/>
      <w:color w:val="A5A5A5" w:themeColor="accent1" w:themeShade="BF"/>
    </w:rPr>
  </w:style>
  <w:style w:type="character" w:customStyle="1" w:styleId="Heading5Char">
    <w:name w:val="Heading 5 Char"/>
    <w:basedOn w:val="DefaultParagraphFont"/>
    <w:link w:val="Heading5"/>
    <w:uiPriority w:val="9"/>
    <w:semiHidden/>
    <w:rsid w:val="00D522A5"/>
    <w:rPr>
      <w:rFonts w:eastAsiaTheme="majorEastAsia" w:cstheme="majorBidi"/>
      <w:color w:val="A5A5A5" w:themeColor="accent1" w:themeShade="BF"/>
    </w:rPr>
  </w:style>
  <w:style w:type="character" w:customStyle="1" w:styleId="Heading6Char">
    <w:name w:val="Heading 6 Char"/>
    <w:basedOn w:val="DefaultParagraphFont"/>
    <w:link w:val="Heading6"/>
    <w:uiPriority w:val="9"/>
    <w:semiHidden/>
    <w:rsid w:val="00D522A5"/>
    <w:rPr>
      <w:rFonts w:eastAsiaTheme="majorEastAsia" w:cstheme="majorBidi"/>
      <w:i/>
      <w:iCs/>
      <w:color w:val="595959" w:themeColor="text1" w:themeTint="A6"/>
    </w:rPr>
  </w:style>
  <w:style w:type="character" w:customStyle="1" w:styleId="Heading7Char">
    <w:name w:val="Heading 7 Char"/>
    <w:basedOn w:val="DefaultParagraphFont"/>
    <w:link w:val="Heading7"/>
    <w:uiPriority w:val="9"/>
    <w:semiHidden/>
    <w:rsid w:val="00D522A5"/>
    <w:rPr>
      <w:rFonts w:eastAsiaTheme="majorEastAsia" w:cstheme="majorBidi"/>
      <w:color w:val="595959" w:themeColor="text1" w:themeTint="A6"/>
    </w:rPr>
  </w:style>
  <w:style w:type="character" w:customStyle="1" w:styleId="Heading8Char">
    <w:name w:val="Heading 8 Char"/>
    <w:basedOn w:val="DefaultParagraphFont"/>
    <w:link w:val="Heading8"/>
    <w:uiPriority w:val="9"/>
    <w:semiHidden/>
    <w:rsid w:val="00D522A5"/>
    <w:rPr>
      <w:rFonts w:eastAsiaTheme="majorEastAsia" w:cstheme="majorBidi"/>
      <w:i/>
      <w:iCs/>
      <w:color w:val="272727" w:themeColor="text1" w:themeTint="D8"/>
    </w:rPr>
  </w:style>
  <w:style w:type="character" w:customStyle="1" w:styleId="Heading9Char">
    <w:name w:val="Heading 9 Char"/>
    <w:basedOn w:val="DefaultParagraphFont"/>
    <w:link w:val="Heading9"/>
    <w:uiPriority w:val="9"/>
    <w:semiHidden/>
    <w:rsid w:val="00D522A5"/>
    <w:rPr>
      <w:rFonts w:eastAsiaTheme="majorEastAsia" w:cstheme="majorBidi"/>
      <w:color w:val="272727" w:themeColor="text1" w:themeTint="D8"/>
    </w:rPr>
  </w:style>
  <w:style w:type="paragraph" w:styleId="Title">
    <w:name w:val="Title"/>
    <w:basedOn w:val="Normal"/>
    <w:next w:val="Normal"/>
    <w:link w:val="TitleChar"/>
    <w:uiPriority w:val="10"/>
    <w:qFormat/>
    <w:rsid w:val="00D522A5"/>
    <w:pPr>
      <w:contextualSpacing/>
    </w:pPr>
    <w:rPr>
      <w:rFonts w:asciiTheme="majorHAnsi" w:eastAsiaTheme="majorEastAsia" w:hAnsiTheme="majorHAnsi" w:cstheme="majorBidi"/>
      <w:spacing w:val="-10"/>
      <w:kern w:val="28"/>
      <w:sz w:val="56"/>
      <w:szCs w:val="56"/>
    </w:rPr>
  </w:style>
  <w:style w:type="character" w:customStyle="1" w:styleId="TitleChar">
    <w:name w:val="Title Char"/>
    <w:basedOn w:val="DefaultParagraphFont"/>
    <w:link w:val="Title"/>
    <w:uiPriority w:val="10"/>
    <w:rsid w:val="00D522A5"/>
    <w:rPr>
      <w:rFonts w:asciiTheme="majorHAnsi" w:eastAsiaTheme="majorEastAsia" w:hAnsiTheme="majorHAnsi" w:cstheme="majorBidi"/>
      <w:spacing w:val="-10"/>
      <w:kern w:val="28"/>
      <w:sz w:val="56"/>
      <w:szCs w:val="56"/>
    </w:rPr>
  </w:style>
  <w:style w:type="paragraph" w:styleId="Subtitle">
    <w:name w:val="Subtitle"/>
    <w:basedOn w:val="Normal"/>
    <w:next w:val="Normal"/>
    <w:link w:val="SubtitleChar"/>
    <w:uiPriority w:val="11"/>
    <w:qFormat/>
    <w:rsid w:val="00D522A5"/>
    <w:pPr>
      <w:numPr>
        <w:ilvl w:val="1"/>
      </w:numPr>
    </w:pPr>
    <w:rPr>
      <w:rFonts w:eastAsiaTheme="majorEastAsia" w:cstheme="majorBidi"/>
      <w:color w:val="595959" w:themeColor="text1" w:themeTint="A6"/>
      <w:spacing w:val="15"/>
      <w:sz w:val="28"/>
      <w:szCs w:val="28"/>
    </w:rPr>
  </w:style>
  <w:style w:type="character" w:customStyle="1" w:styleId="SubtitleChar">
    <w:name w:val="Subtitle Char"/>
    <w:basedOn w:val="DefaultParagraphFont"/>
    <w:link w:val="Subtitle"/>
    <w:uiPriority w:val="11"/>
    <w:rsid w:val="00D522A5"/>
    <w:rPr>
      <w:rFonts w:eastAsiaTheme="majorEastAsia" w:cstheme="majorBidi"/>
      <w:color w:val="595959" w:themeColor="text1" w:themeTint="A6"/>
      <w:spacing w:val="15"/>
      <w:sz w:val="28"/>
      <w:szCs w:val="28"/>
    </w:rPr>
  </w:style>
  <w:style w:type="paragraph" w:styleId="Quote">
    <w:name w:val="Quote"/>
    <w:basedOn w:val="Normal"/>
    <w:next w:val="Normal"/>
    <w:link w:val="QuoteChar"/>
    <w:uiPriority w:val="29"/>
    <w:qFormat/>
    <w:rsid w:val="00D522A5"/>
    <w:pPr>
      <w:spacing w:before="160"/>
      <w:jc w:val="center"/>
    </w:pPr>
    <w:rPr>
      <w:i/>
      <w:iCs/>
      <w:color w:val="404040" w:themeColor="text1" w:themeTint="BF"/>
    </w:rPr>
  </w:style>
  <w:style w:type="character" w:customStyle="1" w:styleId="QuoteChar">
    <w:name w:val="Quote Char"/>
    <w:basedOn w:val="DefaultParagraphFont"/>
    <w:link w:val="Quote"/>
    <w:uiPriority w:val="29"/>
    <w:rsid w:val="00D522A5"/>
    <w:rPr>
      <w:i/>
      <w:iCs/>
      <w:color w:val="404040" w:themeColor="text1" w:themeTint="BF"/>
    </w:rPr>
  </w:style>
  <w:style w:type="paragraph" w:styleId="ListParagraph">
    <w:name w:val="List Paragraph"/>
    <w:basedOn w:val="Normal"/>
    <w:qFormat/>
    <w:rsid w:val="00D522A5"/>
    <w:pPr>
      <w:ind w:left="720"/>
      <w:contextualSpacing/>
    </w:pPr>
  </w:style>
  <w:style w:type="character" w:styleId="IntenseEmphasis">
    <w:name w:val="Intense Emphasis"/>
    <w:basedOn w:val="DefaultParagraphFont"/>
    <w:uiPriority w:val="21"/>
    <w:qFormat/>
    <w:rsid w:val="00D522A5"/>
    <w:rPr>
      <w:i/>
      <w:iCs/>
      <w:color w:val="A5A5A5" w:themeColor="accent1" w:themeShade="BF"/>
    </w:rPr>
  </w:style>
  <w:style w:type="paragraph" w:styleId="IntenseQuote">
    <w:name w:val="Intense Quote"/>
    <w:basedOn w:val="Normal"/>
    <w:next w:val="Normal"/>
    <w:link w:val="IntenseQuoteChar"/>
    <w:uiPriority w:val="30"/>
    <w:qFormat/>
    <w:rsid w:val="00D522A5"/>
    <w:pPr>
      <w:pBdr>
        <w:top w:val="single" w:sz="4" w:space="10" w:color="A5A5A5" w:themeColor="accent1" w:themeShade="BF"/>
        <w:bottom w:val="single" w:sz="4" w:space="10" w:color="A5A5A5" w:themeColor="accent1" w:themeShade="BF"/>
      </w:pBdr>
      <w:spacing w:before="360" w:after="360"/>
      <w:ind w:left="864" w:right="864"/>
      <w:jc w:val="center"/>
    </w:pPr>
    <w:rPr>
      <w:i/>
      <w:iCs/>
      <w:color w:val="A5A5A5" w:themeColor="accent1" w:themeShade="BF"/>
    </w:rPr>
  </w:style>
  <w:style w:type="character" w:customStyle="1" w:styleId="IntenseQuoteChar">
    <w:name w:val="Intense Quote Char"/>
    <w:basedOn w:val="DefaultParagraphFont"/>
    <w:link w:val="IntenseQuote"/>
    <w:uiPriority w:val="30"/>
    <w:rsid w:val="00D522A5"/>
    <w:rPr>
      <w:i/>
      <w:iCs/>
      <w:color w:val="A5A5A5" w:themeColor="accent1" w:themeShade="BF"/>
    </w:rPr>
  </w:style>
  <w:style w:type="character" w:styleId="IntenseReference">
    <w:name w:val="Intense Reference"/>
    <w:basedOn w:val="DefaultParagraphFont"/>
    <w:uiPriority w:val="32"/>
    <w:qFormat/>
    <w:rsid w:val="00D522A5"/>
    <w:rPr>
      <w:b/>
      <w:bCs/>
      <w:smallCaps/>
      <w:color w:val="A5A5A5" w:themeColor="accent1" w:themeShade="BF"/>
      <w:spacing w:val="5"/>
    </w:rPr>
  </w:style>
  <w:style w:type="table" w:styleId="TableGrid">
    <w:name w:val="Table Grid"/>
    <w:basedOn w:val="TableNormal"/>
    <w:uiPriority w:val="39"/>
    <w:rsid w:val="0054269A"/>
    <w:pPr>
      <w:spacing w:after="0"/>
    </w:pPr>
    <w:tblPr>
      <w:tblBorders>
        <w:top w:val="single" w:sz="4" w:space="0" w:color="auto"/>
        <w:left w:val="single" w:sz="4" w:space="0" w:color="auto"/>
        <w:bottom w:val="single" w:sz="4" w:space="0" w:color="auto"/>
        <w:right w:val="single" w:sz="4" w:space="0" w:color="auto"/>
        <w:insideH w:val="single" w:sz="4" w:space="0" w:color="auto"/>
        <w:insideV w:val="single" w:sz="4" w:space="0" w:color="auto"/>
      </w:tblBorders>
    </w:tblPr>
  </w:style>
  <w:style w:type="paragraph" w:styleId="BodyText">
    <w:name w:val="Body Text"/>
    <w:basedOn w:val="Normal"/>
    <w:link w:val="BodyTextChar"/>
    <w:uiPriority w:val="1"/>
    <w:qFormat/>
    <w:rsid w:val="00A77FD5"/>
    <w:pPr>
      <w:widowControl w:val="0"/>
      <w:autoSpaceDE w:val="0"/>
      <w:autoSpaceDN w:val="0"/>
      <w:spacing w:after="0"/>
      <w:ind w:left="721" w:hanging="361"/>
    </w:pPr>
    <w:rPr>
      <w:rFonts w:ascii="Calibri" w:eastAsia="Calibri" w:hAnsi="Calibri" w:cs="Calibri"/>
      <w:kern w:val="0"/>
      <w:sz w:val="20"/>
      <w:szCs w:val="20"/>
      <w:lang w:val="en-US"/>
      <w14:ligatures w14:val="none"/>
    </w:rPr>
  </w:style>
  <w:style w:type="character" w:customStyle="1" w:styleId="BodyTextChar">
    <w:name w:val="Body Text Char"/>
    <w:basedOn w:val="DefaultParagraphFont"/>
    <w:link w:val="BodyText"/>
    <w:uiPriority w:val="1"/>
    <w:rsid w:val="00A77FD5"/>
    <w:rPr>
      <w:rFonts w:ascii="Calibri" w:eastAsia="Calibri" w:hAnsi="Calibri" w:cs="Calibri"/>
      <w:kern w:val="0"/>
      <w:sz w:val="20"/>
      <w:szCs w:val="20"/>
      <w:lang w:val="en-US"/>
      <w14:ligatures w14:val="none"/>
    </w:rPr>
  </w:style>
</w:styles>
</file>

<file path=word/webSettings.xml><?xml version="1.0" encoding="utf-8"?>
<w:webSettings xmlns:mc="http://schemas.openxmlformats.org/markup-compatibility/2006" xmlns:r="http://schemas.openxmlformats.org/officeDocument/2006/relationships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mc:Ignorable="w14 w15 w16se w16cid w16 w16cex w16sdtdh">
  <w:divs>
    <w:div w:id="567811482">
      <w:bodyDiv w:val="1"/>
      <w:marLeft w:val="0"/>
      <w:marRight w:val="0"/>
      <w:marTop w:val="0"/>
      <w:marBottom w:val="0"/>
      <w:divBdr>
        <w:top w:val="none" w:sz="0" w:space="0" w:color="auto"/>
        <w:left w:val="none" w:sz="0" w:space="0" w:color="auto"/>
        <w:bottom w:val="none" w:sz="0" w:space="0" w:color="auto"/>
        <w:right w:val="none" w:sz="0" w:space="0" w:color="auto"/>
      </w:divBdr>
      <w:divsChild>
        <w:div w:id="1679307383">
          <w:marLeft w:val="0"/>
          <w:marRight w:val="0"/>
          <w:marTop w:val="0"/>
          <w:marBottom w:val="75"/>
          <w:divBdr>
            <w:top w:val="none" w:sz="0" w:space="0" w:color="auto"/>
            <w:left w:val="none" w:sz="0" w:space="0" w:color="auto"/>
            <w:bottom w:val="none" w:sz="0" w:space="0" w:color="auto"/>
            <w:right w:val="none" w:sz="0" w:space="0" w:color="auto"/>
          </w:divBdr>
          <w:divsChild>
            <w:div w:id="1174029222">
              <w:marLeft w:val="0"/>
              <w:marRight w:val="0"/>
              <w:marTop w:val="0"/>
              <w:marBottom w:val="0"/>
              <w:divBdr>
                <w:top w:val="none" w:sz="0" w:space="0" w:color="auto"/>
                <w:left w:val="none" w:sz="0" w:space="0" w:color="auto"/>
                <w:bottom w:val="none" w:sz="0" w:space="0" w:color="auto"/>
                <w:right w:val="none" w:sz="0" w:space="0" w:color="auto"/>
              </w:divBdr>
              <w:divsChild>
                <w:div w:id="765997778">
                  <w:marLeft w:val="0"/>
                  <w:marRight w:val="0"/>
                  <w:marTop w:val="0"/>
                  <w:marBottom w:val="0"/>
                  <w:divBdr>
                    <w:top w:val="none" w:sz="0" w:space="0" w:color="auto"/>
                    <w:left w:val="none" w:sz="0" w:space="0" w:color="auto"/>
                    <w:bottom w:val="none" w:sz="0" w:space="0" w:color="auto"/>
                    <w:right w:val="none" w:sz="0" w:space="0" w:color="auto"/>
                  </w:divBdr>
                  <w:divsChild>
                    <w:div w:id="843864061">
                      <w:marLeft w:val="0"/>
                      <w:marRight w:val="0"/>
                      <w:marTop w:val="0"/>
                      <w:marBottom w:val="75"/>
                      <w:divBdr>
                        <w:top w:val="none" w:sz="0" w:space="0" w:color="auto"/>
                        <w:left w:val="none" w:sz="0" w:space="0" w:color="auto"/>
                        <w:bottom w:val="none" w:sz="0" w:space="0" w:color="auto"/>
                        <w:right w:val="none" w:sz="0" w:space="0" w:color="auto"/>
                      </w:divBdr>
                      <w:divsChild>
                        <w:div w:id="2139758335">
                          <w:marLeft w:val="0"/>
                          <w:marRight w:val="0"/>
                          <w:marTop w:val="0"/>
                          <w:marBottom w:val="0"/>
                          <w:divBdr>
                            <w:top w:val="none" w:sz="0" w:space="0" w:color="auto"/>
                            <w:left w:val="none" w:sz="0" w:space="0" w:color="auto"/>
                            <w:bottom w:val="none" w:sz="0" w:space="0" w:color="auto"/>
                            <w:right w:val="none" w:sz="0" w:space="0" w:color="auto"/>
                          </w:divBdr>
                          <w:divsChild>
                            <w:div w:id="1850218591">
                              <w:marLeft w:val="0"/>
                              <w:marRight w:val="0"/>
                              <w:marTop w:val="0"/>
                              <w:marBottom w:val="0"/>
                              <w:divBdr>
                                <w:top w:val="none" w:sz="0" w:space="0" w:color="auto"/>
                                <w:left w:val="none" w:sz="0" w:space="0" w:color="auto"/>
                                <w:bottom w:val="none" w:sz="0" w:space="0" w:color="auto"/>
                                <w:right w:val="none" w:sz="0" w:space="0" w:color="auto"/>
                              </w:divBdr>
                              <w:divsChild>
                                <w:div w:id="530261498">
                                  <w:marLeft w:val="0"/>
                                  <w:marRight w:val="0"/>
                                  <w:marTop w:val="0"/>
                                  <w:marBottom w:val="0"/>
                                  <w:divBdr>
                                    <w:top w:val="none" w:sz="0" w:space="0" w:color="auto"/>
                                    <w:left w:val="none" w:sz="0" w:space="0" w:color="auto"/>
                                    <w:bottom w:val="none" w:sz="0" w:space="0" w:color="auto"/>
                                    <w:right w:val="none" w:sz="0" w:space="0" w:color="auto"/>
                                  </w:divBdr>
                                </w:div>
                              </w:divsChild>
                            </w:div>
                          </w:divsChild>
                        </w:div>
                      </w:divsChild>
                    </w:div>
                  </w:divsChild>
                </w:div>
              </w:divsChild>
            </w:div>
          </w:divsChild>
        </w:div>
      </w:divsChild>
    </w:div>
    <w:div w:id="1040940577">
      <w:bodyDiv w:val="1"/>
      <w:marLeft w:val="0"/>
      <w:marRight w:val="0"/>
      <w:marTop w:val="0"/>
      <w:marBottom w:val="0"/>
      <w:divBdr>
        <w:top w:val="none" w:sz="0" w:space="0" w:color="auto"/>
        <w:left w:val="none" w:sz="0" w:space="0" w:color="auto"/>
        <w:bottom w:val="none" w:sz="0" w:space="0" w:color="auto"/>
        <w:right w:val="none" w:sz="0" w:space="0" w:color="auto"/>
      </w:divBdr>
      <w:divsChild>
        <w:div w:id="256639535">
          <w:marLeft w:val="0"/>
          <w:marRight w:val="0"/>
          <w:marTop w:val="0"/>
          <w:marBottom w:val="75"/>
          <w:divBdr>
            <w:top w:val="none" w:sz="0" w:space="0" w:color="auto"/>
            <w:left w:val="none" w:sz="0" w:space="0" w:color="auto"/>
            <w:bottom w:val="none" w:sz="0" w:space="0" w:color="auto"/>
            <w:right w:val="none" w:sz="0" w:space="0" w:color="auto"/>
          </w:divBdr>
          <w:divsChild>
            <w:div w:id="1122504515">
              <w:marLeft w:val="0"/>
              <w:marRight w:val="0"/>
              <w:marTop w:val="0"/>
              <w:marBottom w:val="0"/>
              <w:divBdr>
                <w:top w:val="none" w:sz="0" w:space="0" w:color="auto"/>
                <w:left w:val="none" w:sz="0" w:space="0" w:color="auto"/>
                <w:bottom w:val="none" w:sz="0" w:space="0" w:color="auto"/>
                <w:right w:val="none" w:sz="0" w:space="0" w:color="auto"/>
              </w:divBdr>
              <w:divsChild>
                <w:div w:id="1225140525">
                  <w:marLeft w:val="0"/>
                  <w:marRight w:val="0"/>
                  <w:marTop w:val="0"/>
                  <w:marBottom w:val="0"/>
                  <w:divBdr>
                    <w:top w:val="none" w:sz="0" w:space="0" w:color="auto"/>
                    <w:left w:val="none" w:sz="0" w:space="0" w:color="auto"/>
                    <w:bottom w:val="none" w:sz="0" w:space="0" w:color="auto"/>
                    <w:right w:val="none" w:sz="0" w:space="0" w:color="auto"/>
                  </w:divBdr>
                  <w:divsChild>
                    <w:div w:id="1583681235">
                      <w:marLeft w:val="0"/>
                      <w:marRight w:val="0"/>
                      <w:marTop w:val="0"/>
                      <w:marBottom w:val="75"/>
                      <w:divBdr>
                        <w:top w:val="none" w:sz="0" w:space="0" w:color="auto"/>
                        <w:left w:val="none" w:sz="0" w:space="0" w:color="auto"/>
                        <w:bottom w:val="none" w:sz="0" w:space="0" w:color="auto"/>
                        <w:right w:val="none" w:sz="0" w:space="0" w:color="auto"/>
                      </w:divBdr>
                      <w:divsChild>
                        <w:div w:id="696546945">
                          <w:marLeft w:val="0"/>
                          <w:marRight w:val="0"/>
                          <w:marTop w:val="0"/>
                          <w:marBottom w:val="0"/>
                          <w:divBdr>
                            <w:top w:val="none" w:sz="0" w:space="0" w:color="auto"/>
                            <w:left w:val="none" w:sz="0" w:space="0" w:color="auto"/>
                            <w:bottom w:val="none" w:sz="0" w:space="0" w:color="auto"/>
                            <w:right w:val="none" w:sz="0" w:space="0" w:color="auto"/>
                          </w:divBdr>
                          <w:divsChild>
                            <w:div w:id="1963226365">
                              <w:marLeft w:val="0"/>
                              <w:marRight w:val="0"/>
                              <w:marTop w:val="0"/>
                              <w:marBottom w:val="0"/>
                              <w:divBdr>
                                <w:top w:val="none" w:sz="0" w:space="0" w:color="auto"/>
                                <w:left w:val="none" w:sz="0" w:space="0" w:color="auto"/>
                                <w:bottom w:val="none" w:sz="0" w:space="0" w:color="auto"/>
                                <w:right w:val="none" w:sz="0" w:space="0" w:color="auto"/>
                              </w:divBdr>
                              <w:divsChild>
                                <w:div w:id="263998616">
                                  <w:marLeft w:val="0"/>
                                  <w:marRight w:val="0"/>
                                  <w:marTop w:val="0"/>
                                  <w:marBottom w:val="0"/>
                                  <w:divBdr>
                                    <w:top w:val="none" w:sz="0" w:space="0" w:color="auto"/>
                                    <w:left w:val="none" w:sz="0" w:space="0" w:color="auto"/>
                                    <w:bottom w:val="none" w:sz="0" w:space="0" w:color="auto"/>
                                    <w:right w:val="none" w:sz="0" w:space="0" w:color="auto"/>
                                  </w:divBdr>
                                </w:div>
                              </w:divsChild>
                            </w:div>
                          </w:divsChild>
                        </w:div>
                      </w:divsChild>
                    </w:div>
                  </w:divsChild>
                </w:div>
              </w:divsChild>
            </w:div>
          </w:divsChild>
        </w:div>
      </w:divsChild>
    </w:div>
  </w:divs>
  <w:optimizeForBrowser/>
  <w:allowPNG/>
</w:webSettings>
</file>

<file path=word/_rels/document.xml.rels><?xml version="1.0" encoding="UTF-8"?><Relationships xmlns="http://schemas.openxmlformats.org/package/2006/relationships"><Relationship Id="rId3" Type="http://schemas.openxmlformats.org/officeDocument/2006/relationships/styles" Target="styles.xml"/><Relationship Id="rId7" Type="http://schemas.openxmlformats.org/officeDocument/2006/relationships/theme" Target="theme/theme1.xml"/><Relationship Id="rId2" Type="http://schemas.openxmlformats.org/officeDocument/2006/relationships/numbering" Target="numbering.xml"/><Relationship Id="rId1" Type="http://schemas.openxmlformats.org/officeDocument/2006/relationships/customXml" Target="../customXml/item1.xml"/><Relationship Id="rId6" Type="http://schemas.openxmlformats.org/officeDocument/2006/relationships/fontTable" Target="fontTable.xml"/><Relationship Id="rId5" Type="http://schemas.openxmlformats.org/officeDocument/2006/relationships/webSettings" Target="webSettings.xml"/><Relationship Id="rId4" Type="http://schemas.openxmlformats.org/officeDocument/2006/relationships/settings" Target="settings.xml"/></Relationships>
</file>

<file path=word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明朝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b:Sources xmlns:b="http://schemas.openxmlformats.org/officeDocument/2006/bibliography" xmlns="http://schemas.openxmlformats.org/officeDocument/2006/bibliography" SelectedStyle="\APASixthEditionOfficeOnline.xsl" StyleName="APA" Version="6"/>
</file>

<file path=customXml/itemProps1.xml><?xml version="1.0" encoding="utf-8"?>
<ds:datastoreItem xmlns:ds="http://schemas.openxmlformats.org/officeDocument/2006/customXml" ds:itemID="{D422F4CD-F496-48E9-B51D-FF56EB6EE94D}">
  <ds:schemaRefs>
    <ds:schemaRef ds:uri="http://schemas.openxmlformats.org/officeDocument/2006/bibliography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1035</Words>
  <Application>Microsoft Office PowerPoint</Application>
  <PresentationFormat>On-screen Show (16:9)</PresentationFormat>
  <Paragraphs>211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MDA Rollout Plan – Strategic Timeline</dc:title>
  <dc:subject>PptxGenJS Presentation</dc:subject>
  <dc:creator>PptxGenJS</dc:creator>
  <cp:lastModifiedBy>shashank Ojha</cp:lastModifiedBy>
  <cp:revision>2</cp:revision>
  <dcterms:created xsi:type="dcterms:W3CDTF">2026-03-01T19:40:22Z</dcterms:created>
  <dcterms:modified xsi:type="dcterms:W3CDTF">2026-03-01T20:24:41Z</dcterms:modified>
</cp:coreProperties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975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73729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E2C8B5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680960" y="-548640"/>
            <a:ext cx="2011680" cy="2011680"/>
          </a:xfrm>
          <a:prstGeom prst="ellipse">
            <a:avLst/>
          </a:prstGeom>
          <a:solidFill>
            <a:srgbClr val="E2C8B5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E2C8B5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55371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Fahrzeuginstandhaltung  |  New Cottbus Plant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DATA ACQUISITION (MDA)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1554480"/>
            <a:ext cx="7498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Timeline</a:t>
            </a:r>
            <a:endParaRPr lang="en-US" sz="4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Rollout Plan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274320" y="3401568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5: Milestones &amp; Tools  ·  June 2027 SoP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3931920"/>
            <a:ext cx="2011680" cy="347472"/>
          </a:xfrm>
          <a:prstGeom prst="rect">
            <a:avLst/>
          </a:prstGeom>
          <a:solidFill>
            <a:srgbClr val="D73729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1" name="Text 9"/>
          <p:cNvSpPr/>
          <p:nvPr/>
        </p:nvSpPr>
        <p:spPr>
          <a:xfrm>
            <a:off x="274320" y="3931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200" b="1" baseline="300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</a:t>
            </a:r>
            <a:r>
              <a:rPr lang="en-US" sz="12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March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0" y="0"/>
            <a:ext cx="54864" cy="5143500"/>
          </a:xfrm>
          <a:prstGeom prst="rect">
            <a:avLst/>
          </a:prstGeom>
          <a:solidFill>
            <a:srgbClr val="D73729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457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82880" y="100584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</a:t>
            </a:r>
            <a:endParaRPr lang="en-US" sz="2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cover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0" y="548640"/>
            <a:ext cx="502920" cy="502920"/>
          </a:xfrm>
          <a:prstGeom prst="rect">
            <a:avLst/>
          </a:prstGeom>
          <a:solidFill>
            <a:srgbClr val="E2C8B5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0" y="548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40480" y="56692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Rollout Strategy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00400" y="1353312"/>
            <a:ext cx="502920" cy="502920"/>
          </a:xfrm>
          <a:prstGeom prst="rect">
            <a:avLst/>
          </a:prstGeom>
          <a:solidFill>
            <a:srgbClr val="E2C8B5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1353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40480" y="13716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Prioritisation Tiers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200400" y="2157984"/>
            <a:ext cx="502920" cy="502920"/>
          </a:xfrm>
          <a:prstGeom prst="rect">
            <a:avLst/>
          </a:prstGeom>
          <a:solidFill>
            <a:srgbClr val="E2C8B5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21579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40480" y="217627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Four-Phase Timeline to SoP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200400" y="2962656"/>
            <a:ext cx="502920" cy="502920"/>
          </a:xfrm>
          <a:prstGeom prst="rect">
            <a:avLst/>
          </a:prstGeom>
          <a:solidFill>
            <a:srgbClr val="E2C8B5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0" y="29626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840480" y="298094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Tools &amp; Methods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200400" y="3767328"/>
            <a:ext cx="502920" cy="502920"/>
          </a:xfrm>
          <a:prstGeom prst="rect">
            <a:avLst/>
          </a:prstGeom>
          <a:solidFill>
            <a:srgbClr val="E2C8B5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0" y="3767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840480" y="378561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MDA Blueprint &amp; Cross-Plant Rollout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STRATEGY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Sequencing Logic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hybrid approach? A system-type approach ignores construction sequencing. A section-only approach misses economies of scale. The hybrid model balances both.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664208"/>
            <a:ext cx="265176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2B2E3C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664208"/>
            <a:ext cx="2651760" cy="475488"/>
          </a:xfrm>
          <a:prstGeom prst="rect">
            <a:avLst/>
          </a:prstGeom>
          <a:solidFill>
            <a:srgbClr val="D73729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7373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CRITERION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9768" y="2167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267004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Criticality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218688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High-value, safety-critical, and audit-required systems connect first to maximise early value and compliance.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54680" y="1664208"/>
            <a:ext cx="265176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2B2E3C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1664208"/>
            <a:ext cx="2651760" cy="475488"/>
          </a:xfrm>
          <a:prstGeom prst="rect">
            <a:avLst/>
          </a:prstGeom>
          <a:solidFill>
            <a:srgbClr val="AF2C20"/>
          </a:solidFill>
          <a:ln/>
        </p:spPr>
      </p:sp>
      <p:sp>
        <p:nvSpPr>
          <p:cNvPr id="14" name="Text 12"/>
          <p:cNvSpPr/>
          <p:nvPr/>
        </p:nvSpPr>
        <p:spPr>
          <a:xfrm>
            <a:off x="3154680" y="17373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CRITERION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64408" y="2167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291840" y="267004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Section Readiness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91840" y="3218688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in completed plant sections are connected first to avoid rework and access conflicts.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89320" y="1664208"/>
            <a:ext cx="265176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2B2E3C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89320" y="1664208"/>
            <a:ext cx="2651760" cy="475488"/>
          </a:xfrm>
          <a:prstGeom prst="rect">
            <a:avLst/>
          </a:prstGeom>
          <a:solidFill>
            <a:srgbClr val="D73729"/>
          </a:solidFill>
          <a:ln/>
        </p:spPr>
      </p:sp>
      <p:sp>
        <p:nvSpPr>
          <p:cNvPr id="20" name="Text 18"/>
          <p:cNvSpPr/>
          <p:nvPr/>
        </p:nvSpPr>
        <p:spPr>
          <a:xfrm>
            <a:off x="5989320" y="17373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 CRITERION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99048" y="2167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126480" y="267004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Type Clustering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26480" y="3218688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sharing the same protocol (e.g. OPC-UA) are bundled together to reuse connectors and cut integration costs.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PRIORITISATION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Categorisation of 100 Systems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8503920" cy="1170432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024128"/>
            <a:ext cx="91440" cy="1170432"/>
          </a:xfrm>
          <a:prstGeom prst="rect">
            <a:avLst/>
          </a:prstGeom>
          <a:solidFill>
            <a:srgbClr val="D73729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225296"/>
            <a:ext cx="1005840" cy="457200"/>
          </a:xfrm>
          <a:prstGeom prst="rect">
            <a:avLst/>
          </a:prstGeom>
          <a:solidFill>
            <a:srgbClr val="D7372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22529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45920" y="1097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45920" y="13716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 lathes · Lifting systems · Brake test rigs · Washing plants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45920" y="17373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Safety-critical; generate audit-required data; highest downtime cost impact.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75120" y="1161288"/>
            <a:ext cx="1965960" cy="896112"/>
          </a:xfrm>
          <a:prstGeom prst="rect">
            <a:avLst/>
          </a:prstGeom>
          <a:solidFill>
            <a:srgbClr val="D73729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118872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~15–20 systems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75120" y="157276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Pilot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322576"/>
            <a:ext cx="8503920" cy="1170432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16" name="Shape 14"/>
          <p:cNvSpPr/>
          <p:nvPr/>
        </p:nvSpPr>
        <p:spPr>
          <a:xfrm>
            <a:off x="320040" y="2322576"/>
            <a:ext cx="91440" cy="1170432"/>
          </a:xfrm>
          <a:prstGeom prst="rect">
            <a:avLst/>
          </a:prstGeom>
          <a:solidFill>
            <a:srgbClr val="AF2C20"/>
          </a:solidFill>
          <a:ln/>
        </p:spPr>
      </p:sp>
      <p:sp>
        <p:nvSpPr>
          <p:cNvPr id="17" name="Shape 15"/>
          <p:cNvSpPr/>
          <p:nvPr/>
        </p:nvSpPr>
        <p:spPr>
          <a:xfrm>
            <a:off x="502920" y="2523744"/>
            <a:ext cx="1005840" cy="457200"/>
          </a:xfrm>
          <a:prstGeom prst="rect">
            <a:avLst/>
          </a:prstGeom>
          <a:solidFill>
            <a:srgbClr val="AF2C20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52374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45920" y="23957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PRIORITY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45920" y="267004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CNC machines · Welding stations · Compressors · Conveyor systems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45920" y="303580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energy &amp; material consumption; significant OEE impact.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75120" y="2459736"/>
            <a:ext cx="1965960" cy="896112"/>
          </a:xfrm>
          <a:prstGeom prst="rect">
            <a:avLst/>
          </a:prstGeom>
          <a:solidFill>
            <a:srgbClr val="AF2C20">
              <a:alpha val="1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248716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systems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675120" y="2871216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Scale-Up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621024"/>
            <a:ext cx="8503920" cy="1170432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26" name="Shape 24"/>
          <p:cNvSpPr/>
          <p:nvPr/>
        </p:nvSpPr>
        <p:spPr>
          <a:xfrm>
            <a:off x="320040" y="3621024"/>
            <a:ext cx="91440" cy="1170432"/>
          </a:xfrm>
          <a:prstGeom prst="rect">
            <a:avLst/>
          </a:prstGeom>
          <a:solidFill>
            <a:srgbClr val="D73729"/>
          </a:solidFill>
          <a:ln/>
        </p:spPr>
      </p:sp>
      <p:sp>
        <p:nvSpPr>
          <p:cNvPr id="27" name="Shape 25"/>
          <p:cNvSpPr/>
          <p:nvPr/>
        </p:nvSpPr>
        <p:spPr>
          <a:xfrm>
            <a:off x="502920" y="3822192"/>
            <a:ext cx="1005840" cy="457200"/>
          </a:xfrm>
          <a:prstGeom prst="rect">
            <a:avLst/>
          </a:prstGeom>
          <a:solidFill>
            <a:srgbClr val="D73729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382219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645920" y="369417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645920" y="396849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workshop equipment · Measurement tools · Auxiliary systems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645920" y="433425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for completeness; lower operational criticality.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675120" y="3758184"/>
            <a:ext cx="1965960" cy="896112"/>
          </a:xfrm>
          <a:prstGeom prst="rect">
            <a:avLst/>
          </a:prstGeom>
          <a:solidFill>
            <a:srgbClr val="D73729">
              <a:alpha val="1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675120" y="3785616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~30–35 systems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675120" y="4169664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/ Phase 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GANTT CHART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Tier-by-Tier Schedule: Q1 2026 → June 2027 SoP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993392" y="1371600"/>
            <a:ext cx="386080" cy="3547872"/>
          </a:xfrm>
          <a:prstGeom prst="rect">
            <a:avLst/>
          </a:prstGeom>
          <a:solidFill>
            <a:srgbClr val="FFF8F0"/>
          </a:solidFill>
          <a:ln w="12700">
            <a:solidFill>
              <a:srgbClr val="FFF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65552" y="1371600"/>
            <a:ext cx="386080" cy="3547872"/>
          </a:xfrm>
          <a:prstGeom prst="rect">
            <a:avLst/>
          </a:prstGeom>
          <a:solidFill>
            <a:srgbClr val="FFF8F0"/>
          </a:solidFill>
          <a:ln w="12700">
            <a:solidFill>
              <a:srgbClr val="FFF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37712" y="1371600"/>
            <a:ext cx="386080" cy="3547872"/>
          </a:xfrm>
          <a:prstGeom prst="rect">
            <a:avLst/>
          </a:prstGeom>
          <a:solidFill>
            <a:srgbClr val="FFF8F0"/>
          </a:solidFill>
          <a:ln w="12700">
            <a:solidFill>
              <a:srgbClr val="FFF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09872" y="1371600"/>
            <a:ext cx="386080" cy="3547872"/>
          </a:xfrm>
          <a:prstGeom prst="rect">
            <a:avLst/>
          </a:prstGeom>
          <a:solidFill>
            <a:srgbClr val="FFF8F0"/>
          </a:solidFill>
          <a:ln w="12700">
            <a:solidFill>
              <a:srgbClr val="FFF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82032" y="1371600"/>
            <a:ext cx="386080" cy="3547872"/>
          </a:xfrm>
          <a:prstGeom prst="rect">
            <a:avLst/>
          </a:prstGeom>
          <a:solidFill>
            <a:srgbClr val="FFF8F0"/>
          </a:solidFill>
          <a:ln w="12700">
            <a:solidFill>
              <a:srgbClr val="FFF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4192" y="1371600"/>
            <a:ext cx="386080" cy="3547872"/>
          </a:xfrm>
          <a:prstGeom prst="rect">
            <a:avLst/>
          </a:prstGeom>
          <a:solidFill>
            <a:srgbClr val="FFF8F0"/>
          </a:solidFill>
          <a:ln w="12700">
            <a:solidFill>
              <a:srgbClr val="FFF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26352" y="1371600"/>
            <a:ext cx="386080" cy="3547872"/>
          </a:xfrm>
          <a:prstGeom prst="rect">
            <a:avLst/>
          </a:prstGeom>
          <a:solidFill>
            <a:srgbClr val="FFF8F0"/>
          </a:solidFill>
          <a:ln w="12700">
            <a:solidFill>
              <a:srgbClr val="FFF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98512" y="1371600"/>
            <a:ext cx="386080" cy="3547872"/>
          </a:xfrm>
          <a:prstGeom prst="rect">
            <a:avLst/>
          </a:prstGeom>
          <a:solidFill>
            <a:srgbClr val="FFF8F0"/>
          </a:solidFill>
          <a:ln w="12700">
            <a:solidFill>
              <a:srgbClr val="FFF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70672" y="1371600"/>
            <a:ext cx="386080" cy="3547872"/>
          </a:xfrm>
          <a:prstGeom prst="rect">
            <a:avLst/>
          </a:prstGeom>
          <a:solidFill>
            <a:srgbClr val="FFF8F0"/>
          </a:solidFill>
          <a:ln w="12700">
            <a:solidFill>
              <a:srgbClr val="FFF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93392" y="1371600"/>
            <a:ext cx="0" cy="3547872"/>
          </a:xfrm>
          <a:prstGeom prst="line">
            <a:avLst/>
          </a:prstGeom>
          <a:noFill/>
          <a:ln w="5080">
            <a:solidFill>
              <a:srgbClr val="E2C8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79472" y="1371600"/>
            <a:ext cx="0" cy="3547872"/>
          </a:xfrm>
          <a:prstGeom prst="line">
            <a:avLst/>
          </a:prstGeom>
          <a:noFill/>
          <a:ln w="5080">
            <a:solidFill>
              <a:srgbClr val="E2C8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65552" y="1371600"/>
            <a:ext cx="0" cy="3547872"/>
          </a:xfrm>
          <a:prstGeom prst="line">
            <a:avLst/>
          </a:prstGeom>
          <a:noFill/>
          <a:ln w="5080">
            <a:solidFill>
              <a:srgbClr val="E2C8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51632" y="1371600"/>
            <a:ext cx="0" cy="3547872"/>
          </a:xfrm>
          <a:prstGeom prst="line">
            <a:avLst/>
          </a:prstGeom>
          <a:noFill/>
          <a:ln w="5080">
            <a:solidFill>
              <a:srgbClr val="E2C8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37712" y="1371600"/>
            <a:ext cx="0" cy="3547872"/>
          </a:xfrm>
          <a:prstGeom prst="line">
            <a:avLst/>
          </a:prstGeom>
          <a:noFill/>
          <a:ln w="5080">
            <a:solidFill>
              <a:srgbClr val="E2C8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23792" y="1371600"/>
            <a:ext cx="0" cy="3547872"/>
          </a:xfrm>
          <a:prstGeom prst="line">
            <a:avLst/>
          </a:prstGeom>
          <a:noFill/>
          <a:ln w="5080">
            <a:solidFill>
              <a:srgbClr val="E2C8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09872" y="1371600"/>
            <a:ext cx="0" cy="3547872"/>
          </a:xfrm>
          <a:prstGeom prst="line">
            <a:avLst/>
          </a:prstGeom>
          <a:noFill/>
          <a:ln w="5080">
            <a:solidFill>
              <a:srgbClr val="E2C8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95952" y="1371600"/>
            <a:ext cx="0" cy="3547872"/>
          </a:xfrm>
          <a:prstGeom prst="line">
            <a:avLst/>
          </a:prstGeom>
          <a:noFill/>
          <a:ln w="5080">
            <a:solidFill>
              <a:srgbClr val="E2C8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82032" y="1371600"/>
            <a:ext cx="0" cy="3547872"/>
          </a:xfrm>
          <a:prstGeom prst="line">
            <a:avLst/>
          </a:prstGeom>
          <a:noFill/>
          <a:ln w="5080">
            <a:solidFill>
              <a:srgbClr val="E2C8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68112" y="1371600"/>
            <a:ext cx="0" cy="3547872"/>
          </a:xfrm>
          <a:prstGeom prst="line">
            <a:avLst/>
          </a:prstGeom>
          <a:noFill/>
          <a:ln w="5080">
            <a:solidFill>
              <a:srgbClr val="E2C8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54192" y="1371600"/>
            <a:ext cx="0" cy="3547872"/>
          </a:xfrm>
          <a:prstGeom prst="line">
            <a:avLst/>
          </a:prstGeom>
          <a:noFill/>
          <a:ln w="5080">
            <a:solidFill>
              <a:srgbClr val="E2C8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40272" y="1371600"/>
            <a:ext cx="0" cy="3547872"/>
          </a:xfrm>
          <a:prstGeom prst="line">
            <a:avLst/>
          </a:prstGeom>
          <a:noFill/>
          <a:ln w="5080">
            <a:solidFill>
              <a:srgbClr val="E2C8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26352" y="1371600"/>
            <a:ext cx="0" cy="3547872"/>
          </a:xfrm>
          <a:prstGeom prst="line">
            <a:avLst/>
          </a:prstGeom>
          <a:noFill/>
          <a:ln w="5080">
            <a:solidFill>
              <a:srgbClr val="E2C8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12432" y="1371600"/>
            <a:ext cx="0" cy="3547872"/>
          </a:xfrm>
          <a:prstGeom prst="line">
            <a:avLst/>
          </a:prstGeom>
          <a:noFill/>
          <a:ln w="5080">
            <a:solidFill>
              <a:srgbClr val="E2C8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98512" y="1371600"/>
            <a:ext cx="0" cy="3547872"/>
          </a:xfrm>
          <a:prstGeom prst="line">
            <a:avLst/>
          </a:prstGeom>
          <a:noFill/>
          <a:ln w="5080">
            <a:solidFill>
              <a:srgbClr val="E2C8B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84592" y="1371600"/>
            <a:ext cx="0" cy="3547872"/>
          </a:xfrm>
          <a:prstGeom prst="line">
            <a:avLst/>
          </a:prstGeom>
          <a:noFill/>
          <a:ln w="5080">
            <a:solidFill>
              <a:srgbClr val="E2C8B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70672" y="1371600"/>
            <a:ext cx="0" cy="3547872"/>
          </a:xfrm>
          <a:prstGeom prst="line">
            <a:avLst/>
          </a:prstGeom>
          <a:noFill/>
          <a:ln w="5080">
            <a:solidFill>
              <a:srgbClr val="E2C8B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56752" y="1371600"/>
            <a:ext cx="0" cy="3547872"/>
          </a:xfrm>
          <a:prstGeom prst="line">
            <a:avLst/>
          </a:prstGeom>
          <a:noFill/>
          <a:ln w="5080">
            <a:solidFill>
              <a:srgbClr val="E2C8B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942832" y="1371600"/>
            <a:ext cx="0" cy="3547872"/>
          </a:xfrm>
          <a:prstGeom prst="line">
            <a:avLst/>
          </a:prstGeom>
          <a:noFill/>
          <a:ln w="5080">
            <a:solidFill>
              <a:srgbClr val="E2C8B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93392" y="932688"/>
            <a:ext cx="38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993392" y="1170432"/>
            <a:ext cx="154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379472" y="932688"/>
            <a:ext cx="38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765552" y="932688"/>
            <a:ext cx="38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151632" y="932688"/>
            <a:ext cx="38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537712" y="932688"/>
            <a:ext cx="38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923792" y="932688"/>
            <a:ext cx="38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309872" y="932688"/>
            <a:ext cx="38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695952" y="932688"/>
            <a:ext cx="38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082032" y="932688"/>
            <a:ext cx="38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468112" y="932688"/>
            <a:ext cx="38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854192" y="932688"/>
            <a:ext cx="38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240272" y="932688"/>
            <a:ext cx="38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626352" y="932688"/>
            <a:ext cx="38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626352" y="1170432"/>
            <a:ext cx="154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012432" y="932688"/>
            <a:ext cx="38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398512" y="932688"/>
            <a:ext cx="38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784592" y="932688"/>
            <a:ext cx="38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170672" y="932688"/>
            <a:ext cx="38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556752" y="932688"/>
            <a:ext cx="38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8556752" y="1353312"/>
            <a:ext cx="0" cy="3547872"/>
          </a:xfrm>
          <a:prstGeom prst="line">
            <a:avLst/>
          </a:prstGeom>
          <a:noFill/>
          <a:ln w="20320">
            <a:solidFill>
              <a:srgbClr val="D73729"/>
            </a:solidFill>
            <a:prstDash val="dash"/>
          </a:ln>
        </p:spPr>
      </p:sp>
      <p:sp>
        <p:nvSpPr>
          <p:cNvPr id="54" name="Shape 52"/>
          <p:cNvSpPr/>
          <p:nvPr/>
        </p:nvSpPr>
        <p:spPr>
          <a:xfrm>
            <a:off x="8328152" y="1353312"/>
            <a:ext cx="457200" cy="201168"/>
          </a:xfrm>
          <a:prstGeom prst="rect">
            <a:avLst/>
          </a:prstGeom>
          <a:solidFill>
            <a:srgbClr val="D73729"/>
          </a:solidFill>
          <a:ln/>
        </p:spPr>
      </p:sp>
      <p:sp>
        <p:nvSpPr>
          <p:cNvPr id="55" name="Text 53"/>
          <p:cNvSpPr/>
          <p:nvPr/>
        </p:nvSpPr>
        <p:spPr>
          <a:xfrm>
            <a:off x="8328152" y="135331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146304" y="1243584"/>
            <a:ext cx="8842248" cy="146304"/>
          </a:xfrm>
          <a:prstGeom prst="rect">
            <a:avLst/>
          </a:prstGeom>
          <a:solidFill>
            <a:srgbClr val="E2C8B5">
              <a:alpha val="22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182880" y="1243584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OVERVIEW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1993392" y="1389888"/>
            <a:ext cx="2316480" cy="251460"/>
          </a:xfrm>
          <a:prstGeom prst="rect">
            <a:avLst/>
          </a:prstGeom>
          <a:solidFill>
            <a:srgbClr val="AABCB6"/>
          </a:solidFill>
          <a:ln/>
          <a:effectLst>
            <a:outerShdw blurRad="38100" dist="12700" dir="8100000" algn="bl" rotWithShape="0">
              <a:srgbClr val="2B2E3C">
                <a:alpha val="10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2039112" y="1389888"/>
            <a:ext cx="226161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0: Foundation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309872" y="1389888"/>
            <a:ext cx="2316480" cy="251460"/>
          </a:xfrm>
          <a:prstGeom prst="rect">
            <a:avLst/>
          </a:prstGeom>
          <a:solidFill>
            <a:srgbClr val="D73729"/>
          </a:solidFill>
          <a:ln/>
          <a:effectLst>
            <a:outerShdw blurRad="38100" dist="12700" dir="8100000" algn="bl" rotWithShape="0">
              <a:srgbClr val="2B2E3C">
                <a:alpha val="10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4355592" y="1389888"/>
            <a:ext cx="226161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1: Pilot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6626352" y="1389888"/>
            <a:ext cx="1930400" cy="251460"/>
          </a:xfrm>
          <a:prstGeom prst="rect">
            <a:avLst/>
          </a:prstGeom>
          <a:solidFill>
            <a:srgbClr val="D73729"/>
          </a:solidFill>
          <a:ln/>
          <a:effectLst>
            <a:outerShdw blurRad="38100" dist="12700" dir="8100000" algn="bl" rotWithShape="0">
              <a:srgbClr val="2B2E3C">
                <a:alpha val="10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6672072" y="1389888"/>
            <a:ext cx="187553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2: Scale-Up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8556752" y="1389888"/>
            <a:ext cx="386080" cy="251460"/>
          </a:xfrm>
          <a:prstGeom prst="rect">
            <a:avLst/>
          </a:prstGeom>
          <a:solidFill>
            <a:srgbClr val="D73729"/>
          </a:solidFill>
          <a:ln/>
          <a:effectLst>
            <a:outerShdw blurRad="38100" dist="12700" dir="8100000" algn="bl" rotWithShape="0">
              <a:srgbClr val="2B2E3C">
                <a:alpha val="1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146304" y="1560881"/>
            <a:ext cx="8842248" cy="146304"/>
          </a:xfrm>
          <a:prstGeom prst="rect">
            <a:avLst/>
          </a:prstGeom>
          <a:solidFill>
            <a:srgbClr val="D73729">
              <a:alpha val="22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182880" y="1560881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SAFETY-CRITICAL  (~15–20 systems)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146304" y="1707185"/>
            <a:ext cx="54864" cy="251460"/>
          </a:xfrm>
          <a:prstGeom prst="rect">
            <a:avLst/>
          </a:prstGeom>
          <a:solidFill>
            <a:srgbClr val="D73729"/>
          </a:solidFill>
          <a:ln/>
        </p:spPr>
      </p:sp>
      <p:sp>
        <p:nvSpPr>
          <p:cNvPr id="68" name="Text 66"/>
          <p:cNvSpPr/>
          <p:nvPr/>
        </p:nvSpPr>
        <p:spPr>
          <a:xfrm>
            <a:off x="246888" y="1707185"/>
            <a:ext cx="1682496" cy="1408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 Lathes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246888" y="1837944"/>
            <a:ext cx="1682496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units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4309872" y="1707185"/>
            <a:ext cx="1158240" cy="251460"/>
          </a:xfrm>
          <a:prstGeom prst="rect">
            <a:avLst/>
          </a:prstGeom>
          <a:solidFill>
            <a:srgbClr val="D73729"/>
          </a:solidFill>
          <a:ln/>
          <a:effectLst>
            <a:outerShdw blurRad="38100" dist="12700" dir="8100000" algn="bl" rotWithShape="0">
              <a:srgbClr val="2B2E3C">
                <a:alpha val="10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4355592" y="1707185"/>
            <a:ext cx="110337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5468112" y="1707185"/>
            <a:ext cx="1158240" cy="251460"/>
          </a:xfrm>
          <a:prstGeom prst="rect">
            <a:avLst/>
          </a:prstGeom>
          <a:solidFill>
            <a:srgbClr val="FCE2CF"/>
          </a:solidFill>
          <a:ln/>
          <a:effectLst>
            <a:outerShdw blurRad="38100" dist="12700" dir="8100000" algn="bl" rotWithShape="0">
              <a:srgbClr val="2B2E3C">
                <a:alpha val="10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5513832" y="1707185"/>
            <a:ext cx="110337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146304" y="2024482"/>
            <a:ext cx="54864" cy="251460"/>
          </a:xfrm>
          <a:prstGeom prst="rect">
            <a:avLst/>
          </a:prstGeom>
          <a:solidFill>
            <a:srgbClr val="D73729"/>
          </a:solidFill>
          <a:ln/>
        </p:spPr>
      </p:sp>
      <p:sp>
        <p:nvSpPr>
          <p:cNvPr id="75" name="Text 73"/>
          <p:cNvSpPr/>
          <p:nvPr/>
        </p:nvSpPr>
        <p:spPr>
          <a:xfrm>
            <a:off x="246888" y="2024482"/>
            <a:ext cx="1682496" cy="1408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Lifting Systems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246888" y="2155241"/>
            <a:ext cx="1682496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units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4309872" y="2024482"/>
            <a:ext cx="1544320" cy="251460"/>
          </a:xfrm>
          <a:prstGeom prst="rect">
            <a:avLst/>
          </a:prstGeom>
          <a:solidFill>
            <a:srgbClr val="D73729"/>
          </a:solidFill>
          <a:ln/>
          <a:effectLst>
            <a:outerShdw blurRad="38100" dist="12700" dir="8100000" algn="bl" rotWithShape="0">
              <a:srgbClr val="2B2E3C">
                <a:alpha val="10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4355592" y="2024482"/>
            <a:ext cx="148945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5854192" y="2024482"/>
            <a:ext cx="772160" cy="251460"/>
          </a:xfrm>
          <a:prstGeom prst="rect">
            <a:avLst/>
          </a:prstGeom>
          <a:solidFill>
            <a:srgbClr val="FCE2CF"/>
          </a:solidFill>
          <a:ln/>
          <a:effectLst>
            <a:outerShdw blurRad="38100" dist="12700" dir="8100000" algn="bl" rotWithShape="0">
              <a:srgbClr val="2B2E3C">
                <a:alpha val="10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5899912" y="2024482"/>
            <a:ext cx="71729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146304" y="2341778"/>
            <a:ext cx="54864" cy="251460"/>
          </a:xfrm>
          <a:prstGeom prst="rect">
            <a:avLst/>
          </a:prstGeom>
          <a:solidFill>
            <a:srgbClr val="D73729"/>
          </a:solidFill>
          <a:ln/>
        </p:spPr>
      </p:sp>
      <p:sp>
        <p:nvSpPr>
          <p:cNvPr id="82" name="Text 80"/>
          <p:cNvSpPr/>
          <p:nvPr/>
        </p:nvSpPr>
        <p:spPr>
          <a:xfrm>
            <a:off x="246888" y="2341778"/>
            <a:ext cx="1682496" cy="1408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Brake Test Rigs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246888" y="2472538"/>
            <a:ext cx="1682496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units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4695952" y="2341778"/>
            <a:ext cx="1158240" cy="251460"/>
          </a:xfrm>
          <a:prstGeom prst="rect">
            <a:avLst/>
          </a:prstGeom>
          <a:solidFill>
            <a:srgbClr val="D73729"/>
          </a:solidFill>
          <a:ln/>
          <a:effectLst>
            <a:outerShdw blurRad="38100" dist="12700" dir="8100000" algn="bl" rotWithShape="0">
              <a:srgbClr val="2B2E3C">
                <a:alpha val="10000"/>
              </a:srgbClr>
            </a:outerShdw>
          </a:effectLst>
        </p:spPr>
      </p:sp>
      <p:sp>
        <p:nvSpPr>
          <p:cNvPr id="85" name="Text 83"/>
          <p:cNvSpPr/>
          <p:nvPr/>
        </p:nvSpPr>
        <p:spPr>
          <a:xfrm>
            <a:off x="4741672" y="2341778"/>
            <a:ext cx="110337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5854192" y="2341778"/>
            <a:ext cx="772160" cy="251460"/>
          </a:xfrm>
          <a:prstGeom prst="rect">
            <a:avLst/>
          </a:prstGeom>
          <a:solidFill>
            <a:srgbClr val="FCE2CF"/>
          </a:solidFill>
          <a:ln/>
          <a:effectLst>
            <a:outerShdw blurRad="38100" dist="12700" dir="8100000" algn="bl" rotWithShape="0">
              <a:srgbClr val="2B2E3C">
                <a:alpha val="10000"/>
              </a:srgbClr>
            </a:outerShdw>
          </a:effectLst>
        </p:spPr>
      </p:sp>
      <p:sp>
        <p:nvSpPr>
          <p:cNvPr id="87" name="Text 85"/>
          <p:cNvSpPr/>
          <p:nvPr/>
        </p:nvSpPr>
        <p:spPr>
          <a:xfrm>
            <a:off x="5899912" y="2341778"/>
            <a:ext cx="71729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146304" y="2659075"/>
            <a:ext cx="54864" cy="251460"/>
          </a:xfrm>
          <a:prstGeom prst="rect">
            <a:avLst/>
          </a:prstGeom>
          <a:solidFill>
            <a:srgbClr val="D73729"/>
          </a:solidFill>
          <a:ln/>
        </p:spPr>
      </p:sp>
      <p:sp>
        <p:nvSpPr>
          <p:cNvPr id="89" name="Text 87"/>
          <p:cNvSpPr/>
          <p:nvPr/>
        </p:nvSpPr>
        <p:spPr>
          <a:xfrm>
            <a:off x="246888" y="2659075"/>
            <a:ext cx="1682496" cy="1408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 Plants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246888" y="2789834"/>
            <a:ext cx="1682496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units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4695952" y="2659075"/>
            <a:ext cx="1544320" cy="251460"/>
          </a:xfrm>
          <a:prstGeom prst="rect">
            <a:avLst/>
          </a:prstGeom>
          <a:solidFill>
            <a:srgbClr val="D73729"/>
          </a:solidFill>
          <a:ln/>
          <a:effectLst>
            <a:outerShdw blurRad="38100" dist="12700" dir="8100000" algn="bl" rotWithShape="0">
              <a:srgbClr val="2B2E3C">
                <a:alpha val="10000"/>
              </a:srgbClr>
            </a:outerShdw>
          </a:effectLst>
        </p:spPr>
      </p:sp>
      <p:sp>
        <p:nvSpPr>
          <p:cNvPr id="92" name="Text 90"/>
          <p:cNvSpPr/>
          <p:nvPr/>
        </p:nvSpPr>
        <p:spPr>
          <a:xfrm>
            <a:off x="4741672" y="2659075"/>
            <a:ext cx="148945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6240272" y="2659075"/>
            <a:ext cx="386080" cy="251460"/>
          </a:xfrm>
          <a:prstGeom prst="rect">
            <a:avLst/>
          </a:prstGeom>
          <a:solidFill>
            <a:srgbClr val="FCE2CF"/>
          </a:solidFill>
          <a:ln/>
          <a:effectLst>
            <a:outerShdw blurRad="38100" dist="12700" dir="8100000" algn="bl" rotWithShape="0">
              <a:srgbClr val="2B2E3C">
                <a:alpha val="10000"/>
              </a:srgbClr>
            </a:outerShdw>
          </a:effectLst>
        </p:spPr>
      </p:sp>
      <p:sp>
        <p:nvSpPr>
          <p:cNvPr id="94" name="Shape 92"/>
          <p:cNvSpPr/>
          <p:nvPr/>
        </p:nvSpPr>
        <p:spPr>
          <a:xfrm>
            <a:off x="146304" y="2830068"/>
            <a:ext cx="8842248" cy="146304"/>
          </a:xfrm>
          <a:prstGeom prst="rect">
            <a:avLst/>
          </a:prstGeom>
          <a:solidFill>
            <a:srgbClr val="AF2C20">
              <a:alpha val="22000"/>
            </a:srgbClr>
          </a:solidFill>
          <a:ln/>
        </p:spPr>
      </p:sp>
      <p:sp>
        <p:nvSpPr>
          <p:cNvPr id="95" name="Text 93"/>
          <p:cNvSpPr/>
          <p:nvPr/>
        </p:nvSpPr>
        <p:spPr>
          <a:xfrm>
            <a:off x="182880" y="2830068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OEE IMPACT  (~50 systems)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146304" y="2976372"/>
            <a:ext cx="54864" cy="251460"/>
          </a:xfrm>
          <a:prstGeom prst="rect">
            <a:avLst/>
          </a:prstGeom>
          <a:solidFill>
            <a:srgbClr val="AF2C20"/>
          </a:solidFill>
          <a:ln/>
        </p:spPr>
      </p:sp>
      <p:sp>
        <p:nvSpPr>
          <p:cNvPr id="97" name="Text 95"/>
          <p:cNvSpPr/>
          <p:nvPr/>
        </p:nvSpPr>
        <p:spPr>
          <a:xfrm>
            <a:off x="246888" y="2976372"/>
            <a:ext cx="1682496" cy="1408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CNC Machines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246888" y="3107131"/>
            <a:ext cx="1682496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 units</a:t>
            </a:r>
            <a:endParaRPr lang="en-US" sz="700" dirty="0"/>
          </a:p>
        </p:txBody>
      </p:sp>
      <p:sp>
        <p:nvSpPr>
          <p:cNvPr id="99" name="Shape 97"/>
          <p:cNvSpPr/>
          <p:nvPr/>
        </p:nvSpPr>
        <p:spPr>
          <a:xfrm>
            <a:off x="6626352" y="2976372"/>
            <a:ext cx="1158240" cy="251460"/>
          </a:xfrm>
          <a:prstGeom prst="rect">
            <a:avLst/>
          </a:prstGeom>
          <a:solidFill>
            <a:srgbClr val="AF2C20"/>
          </a:solidFill>
          <a:ln/>
          <a:effectLst>
            <a:outerShdw blurRad="38100" dist="12700" dir="8100000" algn="bl" rotWithShape="0">
              <a:srgbClr val="2B2E3C">
                <a:alpha val="10000"/>
              </a:srgbClr>
            </a:outerShdw>
          </a:effectLst>
        </p:spPr>
      </p:sp>
      <p:sp>
        <p:nvSpPr>
          <p:cNvPr id="100" name="Text 98"/>
          <p:cNvSpPr/>
          <p:nvPr/>
        </p:nvSpPr>
        <p:spPr>
          <a:xfrm>
            <a:off x="6672072" y="2976372"/>
            <a:ext cx="110337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7784592" y="2976372"/>
            <a:ext cx="772160" cy="251460"/>
          </a:xfrm>
          <a:prstGeom prst="rect">
            <a:avLst/>
          </a:prstGeom>
          <a:solidFill>
            <a:srgbClr val="AF2C20"/>
          </a:solidFill>
          <a:ln/>
          <a:effectLst>
            <a:outerShdw blurRad="38100" dist="12700" dir="8100000" algn="bl" rotWithShape="0">
              <a:srgbClr val="2B2E3C">
                <a:alpha val="10000"/>
              </a:srgbClr>
            </a:outerShdw>
          </a:effectLst>
        </p:spPr>
      </p:sp>
      <p:sp>
        <p:nvSpPr>
          <p:cNvPr id="102" name="Text 100"/>
          <p:cNvSpPr/>
          <p:nvPr/>
        </p:nvSpPr>
        <p:spPr>
          <a:xfrm>
            <a:off x="7830312" y="2976372"/>
            <a:ext cx="71729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146304" y="3293669"/>
            <a:ext cx="54864" cy="251460"/>
          </a:xfrm>
          <a:prstGeom prst="rect">
            <a:avLst/>
          </a:prstGeom>
          <a:solidFill>
            <a:srgbClr val="AF2C20"/>
          </a:solidFill>
          <a:ln/>
        </p:spPr>
      </p:sp>
      <p:sp>
        <p:nvSpPr>
          <p:cNvPr id="104" name="Text 102"/>
          <p:cNvSpPr/>
          <p:nvPr/>
        </p:nvSpPr>
        <p:spPr>
          <a:xfrm>
            <a:off x="246888" y="3293669"/>
            <a:ext cx="1682496" cy="1408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Welding Stations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246888" y="3424428"/>
            <a:ext cx="1682496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units</a:t>
            </a:r>
            <a:endParaRPr lang="en-US" sz="700" dirty="0"/>
          </a:p>
        </p:txBody>
      </p:sp>
      <p:sp>
        <p:nvSpPr>
          <p:cNvPr id="106" name="Shape 104"/>
          <p:cNvSpPr/>
          <p:nvPr/>
        </p:nvSpPr>
        <p:spPr>
          <a:xfrm>
            <a:off x="6626352" y="3293669"/>
            <a:ext cx="1544320" cy="251460"/>
          </a:xfrm>
          <a:prstGeom prst="rect">
            <a:avLst/>
          </a:prstGeom>
          <a:solidFill>
            <a:srgbClr val="AF2C20"/>
          </a:solidFill>
          <a:ln/>
          <a:effectLst>
            <a:outerShdw blurRad="38100" dist="12700" dir="8100000" algn="bl" rotWithShape="0">
              <a:srgbClr val="2B2E3C">
                <a:alpha val="10000"/>
              </a:srgbClr>
            </a:outerShdw>
          </a:effectLst>
        </p:spPr>
      </p:sp>
      <p:sp>
        <p:nvSpPr>
          <p:cNvPr id="107" name="Text 105"/>
          <p:cNvSpPr/>
          <p:nvPr/>
        </p:nvSpPr>
        <p:spPr>
          <a:xfrm>
            <a:off x="6672072" y="3293669"/>
            <a:ext cx="148945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8170672" y="3293669"/>
            <a:ext cx="386080" cy="251460"/>
          </a:xfrm>
          <a:prstGeom prst="rect">
            <a:avLst/>
          </a:prstGeom>
          <a:solidFill>
            <a:srgbClr val="AF2C20"/>
          </a:solidFill>
          <a:ln/>
          <a:effectLst>
            <a:outerShdw blurRad="38100" dist="12700" dir="8100000" algn="bl" rotWithShape="0">
              <a:srgbClr val="2B2E3C">
                <a:alpha val="10000"/>
              </a:srgbClr>
            </a:outerShdw>
          </a:effectLst>
        </p:spPr>
      </p:sp>
      <p:sp>
        <p:nvSpPr>
          <p:cNvPr id="109" name="Shape 107"/>
          <p:cNvSpPr/>
          <p:nvPr/>
        </p:nvSpPr>
        <p:spPr>
          <a:xfrm>
            <a:off x="146304" y="3610966"/>
            <a:ext cx="54864" cy="251460"/>
          </a:xfrm>
          <a:prstGeom prst="rect">
            <a:avLst/>
          </a:prstGeom>
          <a:solidFill>
            <a:srgbClr val="AF2C20"/>
          </a:solidFill>
          <a:ln/>
        </p:spPr>
      </p:sp>
      <p:sp>
        <p:nvSpPr>
          <p:cNvPr id="110" name="Text 108"/>
          <p:cNvSpPr/>
          <p:nvPr/>
        </p:nvSpPr>
        <p:spPr>
          <a:xfrm>
            <a:off x="246888" y="3610966"/>
            <a:ext cx="1682496" cy="1408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Compressors</a:t>
            </a:r>
            <a:endParaRPr lang="en-US" sz="900" dirty="0"/>
          </a:p>
        </p:txBody>
      </p:sp>
      <p:sp>
        <p:nvSpPr>
          <p:cNvPr id="111" name="Text 109"/>
          <p:cNvSpPr/>
          <p:nvPr/>
        </p:nvSpPr>
        <p:spPr>
          <a:xfrm>
            <a:off x="246888" y="3741725"/>
            <a:ext cx="1682496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units</a:t>
            </a:r>
            <a:endParaRPr lang="en-US" sz="700" dirty="0"/>
          </a:p>
        </p:txBody>
      </p:sp>
      <p:sp>
        <p:nvSpPr>
          <p:cNvPr id="112" name="Shape 110"/>
          <p:cNvSpPr/>
          <p:nvPr/>
        </p:nvSpPr>
        <p:spPr>
          <a:xfrm>
            <a:off x="7012432" y="3610966"/>
            <a:ext cx="1158240" cy="251460"/>
          </a:xfrm>
          <a:prstGeom prst="rect">
            <a:avLst/>
          </a:prstGeom>
          <a:solidFill>
            <a:srgbClr val="AF2C20"/>
          </a:solidFill>
          <a:ln/>
          <a:effectLst>
            <a:outerShdw blurRad="38100" dist="12700" dir="8100000" algn="bl" rotWithShape="0">
              <a:srgbClr val="2B2E3C">
                <a:alpha val="10000"/>
              </a:srgbClr>
            </a:outerShdw>
          </a:effectLst>
        </p:spPr>
      </p:sp>
      <p:sp>
        <p:nvSpPr>
          <p:cNvPr id="113" name="Text 111"/>
          <p:cNvSpPr/>
          <p:nvPr/>
        </p:nvSpPr>
        <p:spPr>
          <a:xfrm>
            <a:off x="7058152" y="3610966"/>
            <a:ext cx="110337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8170672" y="3610966"/>
            <a:ext cx="386080" cy="251460"/>
          </a:xfrm>
          <a:prstGeom prst="rect">
            <a:avLst/>
          </a:prstGeom>
          <a:solidFill>
            <a:srgbClr val="AF2C20"/>
          </a:solidFill>
          <a:ln/>
          <a:effectLst>
            <a:outerShdw blurRad="38100" dist="12700" dir="8100000" algn="bl" rotWithShape="0">
              <a:srgbClr val="2B2E3C">
                <a:alpha val="10000"/>
              </a:srgbClr>
            </a:outerShdw>
          </a:effectLst>
        </p:spPr>
      </p:sp>
      <p:sp>
        <p:nvSpPr>
          <p:cNvPr id="115" name="Shape 113"/>
          <p:cNvSpPr/>
          <p:nvPr/>
        </p:nvSpPr>
        <p:spPr>
          <a:xfrm>
            <a:off x="146304" y="3928262"/>
            <a:ext cx="54864" cy="251460"/>
          </a:xfrm>
          <a:prstGeom prst="rect">
            <a:avLst/>
          </a:prstGeom>
          <a:solidFill>
            <a:srgbClr val="AF2C20"/>
          </a:solidFill>
          <a:ln/>
        </p:spPr>
      </p:sp>
      <p:sp>
        <p:nvSpPr>
          <p:cNvPr id="116" name="Text 114"/>
          <p:cNvSpPr/>
          <p:nvPr/>
        </p:nvSpPr>
        <p:spPr>
          <a:xfrm>
            <a:off x="246888" y="3928262"/>
            <a:ext cx="1682496" cy="1408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Conveyor Systems</a:t>
            </a:r>
            <a:endParaRPr lang="en-US" sz="900" dirty="0"/>
          </a:p>
        </p:txBody>
      </p:sp>
      <p:sp>
        <p:nvSpPr>
          <p:cNvPr id="117" name="Text 115"/>
          <p:cNvSpPr/>
          <p:nvPr/>
        </p:nvSpPr>
        <p:spPr>
          <a:xfrm>
            <a:off x="246888" y="4059022"/>
            <a:ext cx="1682496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 units</a:t>
            </a:r>
            <a:endParaRPr lang="en-US" sz="700" dirty="0"/>
          </a:p>
        </p:txBody>
      </p:sp>
      <p:sp>
        <p:nvSpPr>
          <p:cNvPr id="118" name="Shape 116"/>
          <p:cNvSpPr/>
          <p:nvPr/>
        </p:nvSpPr>
        <p:spPr>
          <a:xfrm>
            <a:off x="7012432" y="3928262"/>
            <a:ext cx="1544320" cy="251460"/>
          </a:xfrm>
          <a:prstGeom prst="rect">
            <a:avLst/>
          </a:prstGeom>
          <a:solidFill>
            <a:srgbClr val="AF2C20"/>
          </a:solidFill>
          <a:ln/>
          <a:effectLst>
            <a:outerShdw blurRad="38100" dist="12700" dir="8100000" algn="bl" rotWithShape="0">
              <a:srgbClr val="2B2E3C">
                <a:alpha val="10000"/>
              </a:srgbClr>
            </a:outerShdw>
          </a:effectLst>
        </p:spPr>
      </p:sp>
      <p:sp>
        <p:nvSpPr>
          <p:cNvPr id="119" name="Text 117"/>
          <p:cNvSpPr/>
          <p:nvPr/>
        </p:nvSpPr>
        <p:spPr>
          <a:xfrm>
            <a:off x="7058152" y="3928262"/>
            <a:ext cx="148945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8556752" y="3928262"/>
            <a:ext cx="386080" cy="251460"/>
          </a:xfrm>
          <a:prstGeom prst="rect">
            <a:avLst/>
          </a:prstGeom>
          <a:solidFill>
            <a:srgbClr val="AF2C20"/>
          </a:solidFill>
          <a:ln/>
          <a:effectLst>
            <a:outerShdw blurRad="38100" dist="12700" dir="8100000" algn="bl" rotWithShape="0">
              <a:srgbClr val="2B2E3C">
                <a:alpha val="10000"/>
              </a:srgbClr>
            </a:outerShdw>
          </a:effectLst>
        </p:spPr>
      </p:sp>
      <p:sp>
        <p:nvSpPr>
          <p:cNvPr id="121" name="Shape 119"/>
          <p:cNvSpPr/>
          <p:nvPr/>
        </p:nvSpPr>
        <p:spPr>
          <a:xfrm>
            <a:off x="146304" y="4099255"/>
            <a:ext cx="8842248" cy="146304"/>
          </a:xfrm>
          <a:prstGeom prst="rect">
            <a:avLst/>
          </a:prstGeom>
          <a:solidFill>
            <a:srgbClr val="D73729">
              <a:alpha val="22000"/>
            </a:srgbClr>
          </a:solidFill>
          <a:ln/>
        </p:spPr>
      </p:sp>
      <p:sp>
        <p:nvSpPr>
          <p:cNvPr id="122" name="Text 120"/>
          <p:cNvSpPr/>
          <p:nvPr/>
        </p:nvSpPr>
        <p:spPr>
          <a:xfrm>
            <a:off x="182880" y="4099255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— STANDARD  (~30–35 systems)</a:t>
            </a:r>
            <a:endParaRPr lang="en-US" sz="750" dirty="0"/>
          </a:p>
        </p:txBody>
      </p:sp>
      <p:sp>
        <p:nvSpPr>
          <p:cNvPr id="123" name="Shape 121"/>
          <p:cNvSpPr/>
          <p:nvPr/>
        </p:nvSpPr>
        <p:spPr>
          <a:xfrm>
            <a:off x="146304" y="4245559"/>
            <a:ext cx="54864" cy="251460"/>
          </a:xfrm>
          <a:prstGeom prst="rect">
            <a:avLst/>
          </a:prstGeom>
          <a:solidFill>
            <a:srgbClr val="D73729"/>
          </a:solidFill>
          <a:ln/>
        </p:spPr>
      </p:sp>
      <p:sp>
        <p:nvSpPr>
          <p:cNvPr id="124" name="Text 122"/>
          <p:cNvSpPr/>
          <p:nvPr/>
        </p:nvSpPr>
        <p:spPr>
          <a:xfrm>
            <a:off x="246888" y="4245559"/>
            <a:ext cx="1682496" cy="1408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Equip.</a:t>
            </a:r>
            <a:endParaRPr lang="en-US" sz="900" dirty="0"/>
          </a:p>
        </p:txBody>
      </p:sp>
      <p:sp>
        <p:nvSpPr>
          <p:cNvPr id="125" name="Text 123"/>
          <p:cNvSpPr/>
          <p:nvPr/>
        </p:nvSpPr>
        <p:spPr>
          <a:xfrm>
            <a:off x="246888" y="4376318"/>
            <a:ext cx="1682496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units</a:t>
            </a:r>
            <a:endParaRPr lang="en-US" sz="700" dirty="0"/>
          </a:p>
        </p:txBody>
      </p:sp>
      <p:sp>
        <p:nvSpPr>
          <p:cNvPr id="126" name="Shape 124"/>
          <p:cNvSpPr/>
          <p:nvPr/>
        </p:nvSpPr>
        <p:spPr>
          <a:xfrm>
            <a:off x="7398512" y="4245559"/>
            <a:ext cx="1158240" cy="251460"/>
          </a:xfrm>
          <a:prstGeom prst="rect">
            <a:avLst/>
          </a:prstGeom>
          <a:solidFill>
            <a:srgbClr val="D73729"/>
          </a:solidFill>
          <a:ln/>
          <a:effectLst>
            <a:outerShdw blurRad="38100" dist="12700" dir="8100000" algn="bl" rotWithShape="0">
              <a:srgbClr val="2B2E3C">
                <a:alpha val="10000"/>
              </a:srgbClr>
            </a:outerShdw>
          </a:effectLst>
        </p:spPr>
      </p:sp>
      <p:sp>
        <p:nvSpPr>
          <p:cNvPr id="127" name="Text 125"/>
          <p:cNvSpPr/>
          <p:nvPr/>
        </p:nvSpPr>
        <p:spPr>
          <a:xfrm>
            <a:off x="7444232" y="4245559"/>
            <a:ext cx="110337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800" dirty="0"/>
          </a:p>
        </p:txBody>
      </p:sp>
      <p:sp>
        <p:nvSpPr>
          <p:cNvPr id="128" name="Shape 126"/>
          <p:cNvSpPr/>
          <p:nvPr/>
        </p:nvSpPr>
        <p:spPr>
          <a:xfrm>
            <a:off x="8556752" y="4245559"/>
            <a:ext cx="386080" cy="251460"/>
          </a:xfrm>
          <a:prstGeom prst="rect">
            <a:avLst/>
          </a:prstGeom>
          <a:solidFill>
            <a:srgbClr val="BD3022"/>
          </a:solidFill>
          <a:ln/>
          <a:effectLst>
            <a:outerShdw blurRad="38100" dist="12700" dir="8100000" algn="bl" rotWithShape="0">
              <a:srgbClr val="2B2E3C">
                <a:alpha val="10000"/>
              </a:srgbClr>
            </a:outerShdw>
          </a:effectLst>
        </p:spPr>
      </p:sp>
      <p:sp>
        <p:nvSpPr>
          <p:cNvPr id="129" name="Shape 127"/>
          <p:cNvSpPr/>
          <p:nvPr/>
        </p:nvSpPr>
        <p:spPr>
          <a:xfrm>
            <a:off x="146304" y="4562856"/>
            <a:ext cx="54864" cy="251460"/>
          </a:xfrm>
          <a:prstGeom prst="rect">
            <a:avLst/>
          </a:prstGeom>
          <a:solidFill>
            <a:srgbClr val="D73729"/>
          </a:solidFill>
          <a:ln/>
        </p:spPr>
      </p:sp>
      <p:sp>
        <p:nvSpPr>
          <p:cNvPr id="130" name="Text 128"/>
          <p:cNvSpPr/>
          <p:nvPr/>
        </p:nvSpPr>
        <p:spPr>
          <a:xfrm>
            <a:off x="246888" y="4562856"/>
            <a:ext cx="1682496" cy="1408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Aux. Systems</a:t>
            </a:r>
            <a:endParaRPr lang="en-US" sz="900" dirty="0"/>
          </a:p>
        </p:txBody>
      </p:sp>
      <p:sp>
        <p:nvSpPr>
          <p:cNvPr id="131" name="Text 129"/>
          <p:cNvSpPr/>
          <p:nvPr/>
        </p:nvSpPr>
        <p:spPr>
          <a:xfrm>
            <a:off x="246888" y="4693615"/>
            <a:ext cx="1682496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units</a:t>
            </a:r>
            <a:endParaRPr lang="en-US" sz="700" dirty="0"/>
          </a:p>
        </p:txBody>
      </p:sp>
      <p:sp>
        <p:nvSpPr>
          <p:cNvPr id="132" name="Shape 130"/>
          <p:cNvSpPr/>
          <p:nvPr/>
        </p:nvSpPr>
        <p:spPr>
          <a:xfrm>
            <a:off x="7784592" y="4562856"/>
            <a:ext cx="772160" cy="251460"/>
          </a:xfrm>
          <a:prstGeom prst="rect">
            <a:avLst/>
          </a:prstGeom>
          <a:solidFill>
            <a:srgbClr val="D73729"/>
          </a:solidFill>
          <a:ln/>
          <a:effectLst>
            <a:outerShdw blurRad="38100" dist="12700" dir="8100000" algn="bl" rotWithShape="0">
              <a:srgbClr val="2B2E3C">
                <a:alpha val="10000"/>
              </a:srgbClr>
            </a:outerShdw>
          </a:effectLst>
        </p:spPr>
      </p:sp>
      <p:sp>
        <p:nvSpPr>
          <p:cNvPr id="133" name="Text 131"/>
          <p:cNvSpPr/>
          <p:nvPr/>
        </p:nvSpPr>
        <p:spPr>
          <a:xfrm>
            <a:off x="7830312" y="4562856"/>
            <a:ext cx="71729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800" dirty="0"/>
          </a:p>
        </p:txBody>
      </p:sp>
      <p:sp>
        <p:nvSpPr>
          <p:cNvPr id="134" name="Shape 132"/>
          <p:cNvSpPr/>
          <p:nvPr/>
        </p:nvSpPr>
        <p:spPr>
          <a:xfrm>
            <a:off x="8556752" y="4562856"/>
            <a:ext cx="386080" cy="251460"/>
          </a:xfrm>
          <a:prstGeom prst="rect">
            <a:avLst/>
          </a:prstGeom>
          <a:solidFill>
            <a:srgbClr val="BD3022"/>
          </a:solidFill>
          <a:ln/>
          <a:effectLst>
            <a:outerShdw blurRad="38100" dist="12700" dir="8100000" algn="bl" rotWithShape="0">
              <a:srgbClr val="2B2E3C">
                <a:alpha val="10000"/>
              </a:srgbClr>
            </a:outerShdw>
          </a:effectLst>
        </p:spPr>
      </p:sp>
      <p:sp>
        <p:nvSpPr>
          <p:cNvPr id="135" name="Shape 133"/>
          <p:cNvSpPr/>
          <p:nvPr/>
        </p:nvSpPr>
        <p:spPr>
          <a:xfrm>
            <a:off x="320040" y="4882896"/>
            <a:ext cx="182880" cy="118872"/>
          </a:xfrm>
          <a:prstGeom prst="rect">
            <a:avLst/>
          </a:prstGeom>
          <a:solidFill>
            <a:srgbClr val="D73729"/>
          </a:solidFill>
          <a:ln/>
        </p:spPr>
      </p:sp>
      <p:sp>
        <p:nvSpPr>
          <p:cNvPr id="136" name="Text 134"/>
          <p:cNvSpPr/>
          <p:nvPr/>
        </p:nvSpPr>
        <p:spPr>
          <a:xfrm>
            <a:off x="548640" y="482803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Connect</a:t>
            </a:r>
            <a:endParaRPr lang="en-US" sz="800" dirty="0"/>
          </a:p>
        </p:txBody>
      </p:sp>
      <p:sp>
        <p:nvSpPr>
          <p:cNvPr id="137" name="Shape 135"/>
          <p:cNvSpPr/>
          <p:nvPr/>
        </p:nvSpPr>
        <p:spPr>
          <a:xfrm>
            <a:off x="1764792" y="4882896"/>
            <a:ext cx="182880" cy="118872"/>
          </a:xfrm>
          <a:prstGeom prst="rect">
            <a:avLst/>
          </a:prstGeom>
          <a:solidFill>
            <a:srgbClr val="FCE2CF"/>
          </a:solidFill>
          <a:ln/>
        </p:spPr>
      </p:sp>
      <p:sp>
        <p:nvSpPr>
          <p:cNvPr id="138" name="Text 136"/>
          <p:cNvSpPr/>
          <p:nvPr/>
        </p:nvSpPr>
        <p:spPr>
          <a:xfrm>
            <a:off x="1993392" y="482803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Live</a:t>
            </a:r>
            <a:endParaRPr lang="en-US" sz="800" dirty="0"/>
          </a:p>
        </p:txBody>
      </p:sp>
      <p:sp>
        <p:nvSpPr>
          <p:cNvPr id="139" name="Shape 137"/>
          <p:cNvSpPr/>
          <p:nvPr/>
        </p:nvSpPr>
        <p:spPr>
          <a:xfrm>
            <a:off x="3209544" y="4882896"/>
            <a:ext cx="182880" cy="118872"/>
          </a:xfrm>
          <a:prstGeom prst="rect">
            <a:avLst/>
          </a:prstGeom>
          <a:solidFill>
            <a:srgbClr val="AF2C20"/>
          </a:solidFill>
          <a:ln/>
        </p:spPr>
      </p:sp>
      <p:sp>
        <p:nvSpPr>
          <p:cNvPr id="140" name="Text 138"/>
          <p:cNvSpPr/>
          <p:nvPr/>
        </p:nvSpPr>
        <p:spPr>
          <a:xfrm>
            <a:off x="3438144" y="482803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Connect</a:t>
            </a:r>
            <a:endParaRPr lang="en-US" sz="800" dirty="0"/>
          </a:p>
        </p:txBody>
      </p:sp>
      <p:sp>
        <p:nvSpPr>
          <p:cNvPr id="141" name="Shape 139"/>
          <p:cNvSpPr/>
          <p:nvPr/>
        </p:nvSpPr>
        <p:spPr>
          <a:xfrm>
            <a:off x="4654296" y="4882896"/>
            <a:ext cx="182880" cy="118872"/>
          </a:xfrm>
          <a:prstGeom prst="rect">
            <a:avLst/>
          </a:prstGeom>
          <a:solidFill>
            <a:srgbClr val="AF2C20"/>
          </a:solidFill>
          <a:ln/>
        </p:spPr>
      </p:sp>
      <p:sp>
        <p:nvSpPr>
          <p:cNvPr id="142" name="Text 140"/>
          <p:cNvSpPr/>
          <p:nvPr/>
        </p:nvSpPr>
        <p:spPr>
          <a:xfrm>
            <a:off x="4882896" y="482803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Live</a:t>
            </a:r>
            <a:endParaRPr lang="en-US" sz="800" dirty="0"/>
          </a:p>
        </p:txBody>
      </p:sp>
      <p:sp>
        <p:nvSpPr>
          <p:cNvPr id="143" name="Shape 141"/>
          <p:cNvSpPr/>
          <p:nvPr/>
        </p:nvSpPr>
        <p:spPr>
          <a:xfrm>
            <a:off x="6099048" y="4882896"/>
            <a:ext cx="182880" cy="118872"/>
          </a:xfrm>
          <a:prstGeom prst="rect">
            <a:avLst/>
          </a:prstGeom>
          <a:solidFill>
            <a:srgbClr val="D73729"/>
          </a:solidFill>
          <a:ln/>
        </p:spPr>
      </p:sp>
      <p:sp>
        <p:nvSpPr>
          <p:cNvPr id="144" name="Text 142"/>
          <p:cNvSpPr/>
          <p:nvPr/>
        </p:nvSpPr>
        <p:spPr>
          <a:xfrm>
            <a:off x="6327648" y="482803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Connect</a:t>
            </a:r>
            <a:endParaRPr lang="en-US" sz="800" dirty="0"/>
          </a:p>
        </p:txBody>
      </p:sp>
      <p:sp>
        <p:nvSpPr>
          <p:cNvPr id="145" name="Shape 143"/>
          <p:cNvSpPr/>
          <p:nvPr/>
        </p:nvSpPr>
        <p:spPr>
          <a:xfrm>
            <a:off x="7543800" y="4882896"/>
            <a:ext cx="182880" cy="118872"/>
          </a:xfrm>
          <a:prstGeom prst="rect">
            <a:avLst/>
          </a:prstGeom>
          <a:solidFill>
            <a:srgbClr val="BD3022"/>
          </a:solidFill>
          <a:ln/>
        </p:spPr>
      </p:sp>
      <p:sp>
        <p:nvSpPr>
          <p:cNvPr id="146" name="Text 144"/>
          <p:cNvSpPr/>
          <p:nvPr/>
        </p:nvSpPr>
        <p:spPr>
          <a:xfrm>
            <a:off x="7772400" y="482803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Live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FOUR-PHASE TIMELINE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to June 2027 SoP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07008"/>
            <a:ext cx="8412480" cy="54864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1170432"/>
            <a:ext cx="201168" cy="201168"/>
          </a:xfrm>
          <a:prstGeom prst="ellipse">
            <a:avLst/>
          </a:prstGeom>
          <a:solidFill>
            <a:srgbClr val="AABCB6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481328"/>
            <a:ext cx="2029968" cy="315468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481328"/>
            <a:ext cx="2029968" cy="566928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508760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76479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9768" y="2084832"/>
            <a:ext cx="1810512" cy="256032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" y="208483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Q1–Q2 2026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9768" y="242316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MDA architecture &amp; data standards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9768" y="2825496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inventory &amp; interface analysis (100 systems)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9768" y="3227832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Council pre-alignment on data levels 1–4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9768" y="3630168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contract framework established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4480560"/>
            <a:ext cx="2029968" cy="329184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17" name="Text 15"/>
          <p:cNvSpPr/>
          <p:nvPr/>
        </p:nvSpPr>
        <p:spPr>
          <a:xfrm>
            <a:off x="374904" y="4489704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 · Interface Catalogue · Risk Register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227832" y="1170432"/>
            <a:ext cx="201168" cy="201168"/>
          </a:xfrm>
          <a:prstGeom prst="ellipse">
            <a:avLst/>
          </a:prstGeom>
          <a:solidFill>
            <a:srgbClr val="D73729"/>
          </a:solidFill>
          <a:ln/>
        </p:spPr>
      </p:sp>
      <p:sp>
        <p:nvSpPr>
          <p:cNvPr id="19" name="Shape 17"/>
          <p:cNvSpPr/>
          <p:nvPr/>
        </p:nvSpPr>
        <p:spPr>
          <a:xfrm>
            <a:off x="2496312" y="1481328"/>
            <a:ext cx="2029968" cy="315468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496312" y="1481328"/>
            <a:ext cx="2029968" cy="566928"/>
          </a:xfrm>
          <a:prstGeom prst="rect">
            <a:avLst/>
          </a:prstGeom>
          <a:solidFill>
            <a:srgbClr val="D73729"/>
          </a:solidFill>
          <a:ln/>
        </p:spPr>
      </p:sp>
      <p:sp>
        <p:nvSpPr>
          <p:cNvPr id="21" name="Text 19"/>
          <p:cNvSpPr/>
          <p:nvPr/>
        </p:nvSpPr>
        <p:spPr>
          <a:xfrm>
            <a:off x="2496312" y="1508760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496312" y="176479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606040" y="2084832"/>
            <a:ext cx="1810512" cy="256032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24" name="Text 22"/>
          <p:cNvSpPr/>
          <p:nvPr/>
        </p:nvSpPr>
        <p:spPr>
          <a:xfrm>
            <a:off x="2606040" y="208483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Q3–Q4 2026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606040" y="242316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~15–20 Tier 1 systems (wheel lathes, test rigs)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06040" y="2825496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MDA Level 1: automated data collection live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606040" y="3227832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OEE baseline measurements established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606040" y="3630168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v1 drafted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496312" y="4480560"/>
            <a:ext cx="2029968" cy="329184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30" name="Text 28"/>
          <p:cNvSpPr/>
          <p:nvPr/>
        </p:nvSpPr>
        <p:spPr>
          <a:xfrm>
            <a:off x="2551176" y="4489704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Middleware · OPC-UA Adapters · Grafana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404104" y="1170432"/>
            <a:ext cx="201168" cy="201168"/>
          </a:xfrm>
          <a:prstGeom prst="ellipse">
            <a:avLst/>
          </a:prstGeom>
          <a:solidFill>
            <a:srgbClr val="D73729"/>
          </a:solidFill>
          <a:ln/>
        </p:spPr>
      </p:sp>
      <p:sp>
        <p:nvSpPr>
          <p:cNvPr id="32" name="Shape 30"/>
          <p:cNvSpPr/>
          <p:nvPr/>
        </p:nvSpPr>
        <p:spPr>
          <a:xfrm>
            <a:off x="4672584" y="1481328"/>
            <a:ext cx="2029968" cy="315468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672584" y="1481328"/>
            <a:ext cx="2029968" cy="566928"/>
          </a:xfrm>
          <a:prstGeom prst="rect">
            <a:avLst/>
          </a:prstGeom>
          <a:solidFill>
            <a:srgbClr val="D73729"/>
          </a:solidFill>
          <a:ln/>
        </p:spPr>
      </p:sp>
      <p:sp>
        <p:nvSpPr>
          <p:cNvPr id="34" name="Text 32"/>
          <p:cNvSpPr/>
          <p:nvPr/>
        </p:nvSpPr>
        <p:spPr>
          <a:xfrm>
            <a:off x="4672584" y="1508760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672584" y="176479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Scale-Up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782312" y="2084832"/>
            <a:ext cx="1810512" cy="256032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37" name="Text 35"/>
          <p:cNvSpPr/>
          <p:nvPr/>
        </p:nvSpPr>
        <p:spPr>
          <a:xfrm>
            <a:off x="4782312" y="208483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Q1–Q2 2027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82312" y="242316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remaining ~80 systems by building section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82312" y="2825496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MDA Level 2: real-time transparency activated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82312" y="3227832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 — SAP PM, MES streams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82312" y="3630168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Council sign-off on data usage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72584" y="4480560"/>
            <a:ext cx="2029968" cy="329184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43" name="Text 41"/>
          <p:cNvSpPr/>
          <p:nvPr/>
        </p:nvSpPr>
        <p:spPr>
          <a:xfrm>
            <a:off x="4727448" y="4489704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· MES/SAP-PM Connectors · Test Protocols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7580376" y="1170432"/>
            <a:ext cx="201168" cy="201168"/>
          </a:xfrm>
          <a:prstGeom prst="ellipse">
            <a:avLst/>
          </a:prstGeom>
          <a:solidFill>
            <a:srgbClr val="D73729"/>
          </a:solidFill>
          <a:ln/>
        </p:spPr>
      </p:sp>
      <p:sp>
        <p:nvSpPr>
          <p:cNvPr id="45" name="Shape 43"/>
          <p:cNvSpPr/>
          <p:nvPr/>
        </p:nvSpPr>
        <p:spPr>
          <a:xfrm>
            <a:off x="6848856" y="1481328"/>
            <a:ext cx="2029968" cy="315468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848856" y="1481328"/>
            <a:ext cx="2029968" cy="566928"/>
          </a:xfrm>
          <a:prstGeom prst="rect">
            <a:avLst/>
          </a:prstGeom>
          <a:solidFill>
            <a:srgbClr val="D73729"/>
          </a:solidFill>
          <a:ln/>
        </p:spPr>
      </p:sp>
      <p:sp>
        <p:nvSpPr>
          <p:cNvPr id="47" name="Text 45"/>
          <p:cNvSpPr/>
          <p:nvPr/>
        </p:nvSpPr>
        <p:spPr>
          <a:xfrm>
            <a:off x="6848856" y="1508760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848856" y="176479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Ready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958584" y="2084832"/>
            <a:ext cx="1810512" cy="256032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50" name="Text 48"/>
          <p:cNvSpPr/>
          <p:nvPr/>
        </p:nvSpPr>
        <p:spPr>
          <a:xfrm>
            <a:off x="6958584" y="208483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May–Jun 2027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958584" y="242316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acceptance testing — all 100 systems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958584" y="2825496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OEE dashboard for public presentation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958584" y="3227832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training &amp; operational handover to DB FZI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958584" y="3630168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v2 — cross-plant guide — published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848856" y="4480560"/>
            <a:ext cx="2029968" cy="329184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56" name="Text 54"/>
          <p:cNvSpPr/>
          <p:nvPr/>
        </p:nvSpPr>
        <p:spPr>
          <a:xfrm>
            <a:off x="6903720" y="4489704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Dashboard · Acceptance Suite · Lessons Learned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320040" y="4864608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 4–6 week buffer embedded at each phase transition to absorb construction or vendor delays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TOOLS &amp; METHODS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 &amp; Technical Infrastructure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4114800" cy="384048"/>
          </a:xfrm>
          <a:prstGeom prst="rect">
            <a:avLst/>
          </a:prstGeom>
          <a:solidFill>
            <a:srgbClr val="E2C8B5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8755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987552"/>
            <a:ext cx="4114800" cy="384048"/>
          </a:xfrm>
          <a:prstGeom prst="rect">
            <a:avLst/>
          </a:prstGeom>
          <a:solidFill>
            <a:srgbClr val="E2C8B5"/>
          </a:solidFill>
          <a:ln/>
        </p:spPr>
      </p:sp>
      <p:sp>
        <p:nvSpPr>
          <p:cNvPr id="8" name="Text 6"/>
          <p:cNvSpPr/>
          <p:nvPr/>
        </p:nvSpPr>
        <p:spPr>
          <a:xfrm>
            <a:off x="4709160" y="98755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INFRASTRUCTURE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444752"/>
            <a:ext cx="411480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2B2E3C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444752"/>
            <a:ext cx="64008" cy="804672"/>
          </a:xfrm>
          <a:prstGeom prst="rect">
            <a:avLst/>
          </a:prstGeom>
          <a:solidFill>
            <a:srgbClr val="D73729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" y="149961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Project / Jira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" y="1792224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project plan tracking 100 system connections across all phases, with dependencies mapped to building section access dates.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313432"/>
            <a:ext cx="411480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2B2E3C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313432"/>
            <a:ext cx="64008" cy="804672"/>
          </a:xfrm>
          <a:prstGeom prst="rect">
            <a:avLst/>
          </a:prstGeom>
          <a:solidFill>
            <a:srgbClr val="D73729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" y="236829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 Matrix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" y="2660904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responsibilities between DB FZI (requirements), DB Systel (IT delivery), and vendors (system interfaces).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182112"/>
            <a:ext cx="411480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2B2E3C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182112"/>
            <a:ext cx="64008" cy="804672"/>
          </a:xfrm>
          <a:prstGeom prst="rect">
            <a:avLst/>
          </a:prstGeom>
          <a:solidFill>
            <a:srgbClr val="D73729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" y="323697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" y="3529584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 from Phase 0, reviewed bi-weekly, escalated to programme level if red-rated.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4050792"/>
            <a:ext cx="411480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2B2E3C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4050792"/>
            <a:ext cx="64008" cy="804672"/>
          </a:xfrm>
          <a:prstGeom prst="rect">
            <a:avLst/>
          </a:prstGeom>
          <a:solidFill>
            <a:srgbClr val="D73729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" y="410565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Catalogue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" y="4398264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document: all 100 systems, manufacturers, protocols (OPC-UA, Profinet, Modbus), and connection status.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1444752"/>
            <a:ext cx="411480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2B2E3C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1444752"/>
            <a:ext cx="64008" cy="804672"/>
          </a:xfrm>
          <a:prstGeom prst="rect">
            <a:avLst/>
          </a:prstGeom>
          <a:solidFill>
            <a:srgbClr val="D73729"/>
          </a:solidFill>
          <a:ln/>
        </p:spPr>
      </p:sp>
      <p:sp>
        <p:nvSpPr>
          <p:cNvPr id="27" name="Text 25"/>
          <p:cNvSpPr/>
          <p:nvPr/>
        </p:nvSpPr>
        <p:spPr>
          <a:xfrm>
            <a:off x="4873752" y="149961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Middleware / Edge Gateways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73752" y="1792224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Protocol-agnostic middleware (Azure IoT Hub, Siemens MindSphere, Node-RED) handles heterogeneous interfaces without bespoke development.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09160" y="2313432"/>
            <a:ext cx="411480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2B2E3C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2313432"/>
            <a:ext cx="64008" cy="804672"/>
          </a:xfrm>
          <a:prstGeom prst="rect">
            <a:avLst/>
          </a:prstGeom>
          <a:solidFill>
            <a:srgbClr val="D73729"/>
          </a:solidFill>
          <a:ln/>
        </p:spPr>
      </p:sp>
      <p:sp>
        <p:nvSpPr>
          <p:cNvPr id="31" name="Text 29"/>
          <p:cNvSpPr/>
          <p:nvPr/>
        </p:nvSpPr>
        <p:spPr>
          <a:xfrm>
            <a:off x="4873752" y="236829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OPC-UA Adapters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73752" y="2660904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communication layer — significantly reduces integration effort when vendors support this protocol.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09160" y="3182112"/>
            <a:ext cx="411480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2B2E3C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3182112"/>
            <a:ext cx="64008" cy="804672"/>
          </a:xfrm>
          <a:prstGeom prst="rect">
            <a:avLst/>
          </a:prstGeom>
          <a:solidFill>
            <a:srgbClr val="D73729"/>
          </a:solidFill>
          <a:ln/>
        </p:spPr>
      </p:sp>
      <p:sp>
        <p:nvSpPr>
          <p:cNvPr id="35" name="Text 33"/>
          <p:cNvSpPr/>
          <p:nvPr/>
        </p:nvSpPr>
        <p:spPr>
          <a:xfrm>
            <a:off x="4873752" y="323697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OEE Dashboard (Grafana / Power BI)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873752" y="3529584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visualisation of availability, performance &amp; quality. Live by Phase 1 for pilot systems; full plant view by SoP.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09160" y="4050792"/>
            <a:ext cx="411480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2B2E3C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09160" y="4050792"/>
            <a:ext cx="64008" cy="804672"/>
          </a:xfrm>
          <a:prstGeom prst="rect">
            <a:avLst/>
          </a:prstGeom>
          <a:solidFill>
            <a:srgbClr val="D73729"/>
          </a:solidFill>
          <a:ln/>
        </p:spPr>
      </p:sp>
      <p:sp>
        <p:nvSpPr>
          <p:cNvPr id="39" name="Text 37"/>
          <p:cNvSpPr/>
          <p:nvPr/>
        </p:nvSpPr>
        <p:spPr>
          <a:xfrm>
            <a:off x="4873752" y="410565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/ SAP-PM Connector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873752" y="4398264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between MDA data streams and maintenance management systems for workflow triggers and audit logging.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CROSS-PLANT STRATEGY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MDA Blueprint — Transferable Knowledge System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Phase 1, all technical and organisational learnings are captured in a structured Blueprint that enables future cross-plant rollout.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536192"/>
            <a:ext cx="402336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2B2E3C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536192"/>
            <a:ext cx="4023360" cy="73152"/>
          </a:xfrm>
          <a:prstGeom prst="rect">
            <a:avLst/>
          </a:prstGeom>
          <a:solidFill>
            <a:srgbClr val="E2C8B5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" y="170078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Connector Specs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4632" y="208483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connector specifications per protocol type (OPC-UA, Modbus, Profinet), applicable to any DB FZI plant.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0" y="1536192"/>
            <a:ext cx="402336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2B2E3C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536192"/>
            <a:ext cx="4023360" cy="73152"/>
          </a:xfrm>
          <a:prstGeom prst="rect">
            <a:avLst/>
          </a:prstGeom>
          <a:solidFill>
            <a:srgbClr val="E2C8B5"/>
          </a:solidFill>
          <a:ln/>
        </p:spPr>
      </p:sp>
      <p:sp>
        <p:nvSpPr>
          <p:cNvPr id="12" name="Text 10"/>
          <p:cNvSpPr/>
          <p:nvPr/>
        </p:nvSpPr>
        <p:spPr>
          <a:xfrm>
            <a:off x="4736592" y="170078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Standards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36592" y="208483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KPI calculation logic for OEE, availability, and energy — enabling cross-plant comparability.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2926080"/>
            <a:ext cx="402336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2B2E3C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926080"/>
            <a:ext cx="4023360" cy="73152"/>
          </a:xfrm>
          <a:prstGeom prst="rect">
            <a:avLst/>
          </a:prstGeom>
          <a:solidFill>
            <a:srgbClr val="E2C8B5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" y="30906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Templates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4632" y="34747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MDA procurement clauses mandating OPC-UA interfaces — reducing future integration costs plant-wide.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0" y="2926080"/>
            <a:ext cx="402336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2B2E3C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2926080"/>
            <a:ext cx="4023360" cy="73152"/>
          </a:xfrm>
          <a:prstGeom prst="rect">
            <a:avLst/>
          </a:prstGeom>
          <a:solidFill>
            <a:srgbClr val="E2C8B5"/>
          </a:solidFill>
          <a:ln/>
        </p:spPr>
      </p:sp>
      <p:sp>
        <p:nvSpPr>
          <p:cNvPr id="20" name="Text 18"/>
          <p:cNvSpPr/>
          <p:nvPr/>
        </p:nvSpPr>
        <p:spPr>
          <a:xfrm>
            <a:off x="4736592" y="30906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Council Playbook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736592" y="34747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checklist and communication templates for navigating data-level sensitivities at other plants.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0040" y="4434840"/>
            <a:ext cx="8503920" cy="566928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v1  </a:t>
            </a:r>
            <a:r>
              <a:rPr lang="en-US" sz="13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End of Phase 1 (Q4 2026)  </a:t>
            </a:r>
            <a:r>
              <a:rPr lang="en-US" sz="13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Blueprint v2  </a:t>
            </a:r>
            <a:r>
              <a:rPr lang="en-US" sz="13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SoP (June 2027) — Definitive cross-plant guide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1828800"/>
            <a:ext cx="4572000" cy="4572000"/>
          </a:xfrm>
          <a:prstGeom prst="ellipse">
            <a:avLst/>
          </a:prstGeom>
          <a:solidFill>
            <a:srgbClr val="E2C8B5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7372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36576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73152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74320" y="1536192"/>
            <a:ext cx="347472" cy="347472"/>
          </a:xfrm>
          <a:prstGeom prst="ellipse">
            <a:avLst/>
          </a:prstGeom>
          <a:solidFill>
            <a:srgbClr val="D73729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536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1481328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sequencing  </a:t>
            </a:r>
            <a:r>
              <a:rPr lang="en-US" sz="14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system criticality, building section readiness, and interface clustering for maximum efficiency.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2359152"/>
            <a:ext cx="347472" cy="347472"/>
          </a:xfrm>
          <a:prstGeom prst="ellipse">
            <a:avLst/>
          </a:prstGeom>
          <a:solidFill>
            <a:srgbClr val="D7372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2359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9808" y="2304288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clear phases  </a:t>
            </a:r>
            <a:r>
              <a:rPr lang="en-US" sz="14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buffer-protected milestones from Q1 2026 through the June 2027 SoP.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3182112"/>
            <a:ext cx="347472" cy="347472"/>
          </a:xfrm>
          <a:prstGeom prst="ellipse">
            <a:avLst/>
          </a:prstGeom>
          <a:solidFill>
            <a:srgbClr val="D73729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3182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9808" y="3127248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prioritisation  </a:t>
            </a:r>
            <a:r>
              <a:rPr lang="en-US" sz="14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Tier 1 safety-critical systems deliver value in Phase 1 before full scale-up.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4320" y="4005072"/>
            <a:ext cx="347472" cy="347472"/>
          </a:xfrm>
          <a:prstGeom prst="ellipse">
            <a:avLst/>
          </a:prstGeom>
          <a:solidFill>
            <a:srgbClr val="D73729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4005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49808" y="3950208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MDA Blueprint  </a:t>
            </a:r>
            <a:r>
              <a:rPr lang="en-US" sz="14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Cottbus learnings into a reusable asset for all future DB FZI plant rollouts.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2C8B5">
              <a:alpha val="7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0" y="4773168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FZI — MDA Project  ·  New Cottbus Plant  ·  Target: June 2027 SoP</a:t>
            </a:r>
            <a:endParaRPr lang="en-US" sz="1100" dirty="0"/>
          </a:p>
        </p:txBody>
      </p:sp>
    </p:spTree>
  </p:cSld>
  <p:clrMapOvr>
    <a:masterClrMapping/>
  </p:clrMapOvr>
</p:sld>
</file>

<file path=ppt/tableStyles.xml><?xml version="1.0" encoding="utf-8"?>
<a:tblStyleLst xmlns:a="http://schemas.openxmlformats.org/drawingml/2006/main" def="{5C22544A-7EE6-4342-B048-85BDC9FD1C3A}"/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